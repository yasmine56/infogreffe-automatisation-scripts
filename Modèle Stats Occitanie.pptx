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63" r:id="rId5"/>
    <p:sldId id="2147482533" r:id="rId6"/>
    <p:sldId id="2147482518" r:id="rId7"/>
    <p:sldId id="2147482534" r:id="rId8"/>
    <p:sldId id="2147482535" r:id="rId9"/>
    <p:sldId id="2147482536" r:id="rId10"/>
    <p:sldId id="2147482537" r:id="rId11"/>
    <p:sldId id="2147482538" r:id="rId12"/>
    <p:sldId id="2147482539" r:id="rId13"/>
    <p:sldId id="2147482540" r:id="rId14"/>
    <p:sldId id="2147482541" r:id="rId15"/>
    <p:sldId id="2147482542" r:id="rId16"/>
    <p:sldId id="2147482543" r:id="rId17"/>
    <p:sldId id="2147482544" r:id="rId18"/>
    <p:sldId id="2147482545" r:id="rId19"/>
    <p:sldId id="2147482546" r:id="rId20"/>
    <p:sldId id="2147482547" r:id="rId21"/>
    <p:sldId id="2147482548" r:id="rId22"/>
    <p:sldId id="2147482549" r:id="rId23"/>
    <p:sldId id="2147482550" r:id="rId24"/>
    <p:sldId id="2147482551" r:id="rId25"/>
    <p:sldId id="2147482552" r:id="rId26"/>
    <p:sldId id="2147482553" r:id="rId27"/>
    <p:sldId id="2147482554" r:id="rId28"/>
    <p:sldId id="2147482555" r:id="rId29"/>
    <p:sldId id="2147482556" r:id="rId30"/>
    <p:sldId id="2147482557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4E95D9"/>
    <a:srgbClr val="4796D8"/>
    <a:srgbClr val="3F986F"/>
    <a:srgbClr val="FEC844"/>
    <a:srgbClr val="8AD489"/>
    <a:srgbClr val="36A4A3"/>
    <a:srgbClr val="FE9419"/>
    <a:srgbClr val="A7A7A7"/>
    <a:srgbClr val="D4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5C662-7C1A-458C-A104-9495194E3255}" v="12" dt="2025-11-05T11:54:10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4" autoAdjust="0"/>
    <p:restoredTop sz="94660"/>
  </p:normalViewPr>
  <p:slideViewPr>
    <p:cSldViewPr snapToGrid="0">
      <p:cViewPr>
        <p:scale>
          <a:sx n="70" d="100"/>
          <a:sy n="70" d="100"/>
        </p:scale>
        <p:origin x="31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e AISSA" userId="c49615ed-9cc6-4a52-85fc-c583af0ddf2f" providerId="ADAL" clId="{1A7EC8A4-0136-4B44-A054-52A4A0A1DF4C}"/>
    <pc:docChg chg="undo custSel addSld delSld modSld">
      <pc:chgData name="Yasmine AISSA" userId="c49615ed-9cc6-4a52-85fc-c583af0ddf2f" providerId="ADAL" clId="{1A7EC8A4-0136-4B44-A054-52A4A0A1DF4C}" dt="2025-08-27T10:39:36.917" v="225" actId="1036"/>
      <pc:docMkLst>
        <pc:docMk/>
      </pc:docMkLst>
      <pc:sldChg chg="addSp delSp modSp mod">
        <pc:chgData name="Yasmine AISSA" userId="c49615ed-9cc6-4a52-85fc-c583af0ddf2f" providerId="ADAL" clId="{1A7EC8A4-0136-4B44-A054-52A4A0A1DF4C}" dt="2025-08-26T12:27:42.568" v="218" actId="20577"/>
        <pc:sldMkLst>
          <pc:docMk/>
          <pc:sldMk cId="3387351838" sldId="2147482530"/>
        </pc:sldMkLst>
      </pc:sldChg>
      <pc:sldChg chg="modSp mod">
        <pc:chgData name="Yasmine AISSA" userId="c49615ed-9cc6-4a52-85fc-c583af0ddf2f" providerId="ADAL" clId="{1A7EC8A4-0136-4B44-A054-52A4A0A1DF4C}" dt="2025-08-13T10:42:34.536" v="125" actId="20577"/>
        <pc:sldMkLst>
          <pc:docMk/>
          <pc:sldMk cId="385506026" sldId="2147482618"/>
        </pc:sldMkLst>
      </pc:sldChg>
      <pc:sldChg chg="addSp delSp del mod">
        <pc:chgData name="Yasmine AISSA" userId="c49615ed-9cc6-4a52-85fc-c583af0ddf2f" providerId="ADAL" clId="{1A7EC8A4-0136-4B44-A054-52A4A0A1DF4C}" dt="2025-08-13T10:14:01.595" v="57" actId="2696"/>
        <pc:sldMkLst>
          <pc:docMk/>
          <pc:sldMk cId="548572405" sldId="2147482633"/>
        </pc:sldMkLst>
      </pc:sldChg>
      <pc:sldChg chg="delSp modSp mod">
        <pc:chgData name="Yasmine AISSA" userId="c49615ed-9cc6-4a52-85fc-c583af0ddf2f" providerId="ADAL" clId="{1A7EC8A4-0136-4B44-A054-52A4A0A1DF4C}" dt="2025-08-27T10:39:36.917" v="225" actId="1036"/>
        <pc:sldMkLst>
          <pc:docMk/>
          <pc:sldMk cId="1091974974" sldId="2147482645"/>
        </pc:sldMkLst>
      </pc:sldChg>
      <pc:sldChg chg="addSp delSp modSp add mod">
        <pc:chgData name="Yasmine AISSA" userId="c49615ed-9cc6-4a52-85fc-c583af0ddf2f" providerId="ADAL" clId="{1A7EC8A4-0136-4B44-A054-52A4A0A1DF4C}" dt="2025-08-14T14:15:22.057" v="174" actId="1076"/>
        <pc:sldMkLst>
          <pc:docMk/>
          <pc:sldMk cId="122638338" sldId="2147482646"/>
        </pc:sldMkLst>
      </pc:sldChg>
    </pc:docChg>
  </pc:docChgLst>
  <pc:docChgLst>
    <pc:chgData name="Yasmine AISSA" userId="c49615ed-9cc6-4a52-85fc-c583af0ddf2f" providerId="ADAL" clId="{B926B871-0419-4A40-812B-AC65033A947E}"/>
    <pc:docChg chg="undo custSel addSld delSld modSld sldOrd">
      <pc:chgData name="Yasmine AISSA" userId="c49615ed-9cc6-4a52-85fc-c583af0ddf2f" providerId="ADAL" clId="{B926B871-0419-4A40-812B-AC65033A947E}" dt="2025-07-21T09:36:24.070" v="2870" actId="729"/>
      <pc:docMkLst>
        <pc:docMk/>
      </pc:docMkLst>
      <pc:sldChg chg="modSp mod ord modShow">
        <pc:chgData name="Yasmine AISSA" userId="c49615ed-9cc6-4a52-85fc-c583af0ddf2f" providerId="ADAL" clId="{B926B871-0419-4A40-812B-AC65033A947E}" dt="2025-07-15T12:20:56.769" v="2514" actId="729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B926B871-0419-4A40-812B-AC65033A947E}" dt="2025-07-15T10:02:53.792" v="2088" actId="20577"/>
        <pc:sldMkLst>
          <pc:docMk/>
          <pc:sldMk cId="0" sldId="263"/>
        </pc:sldMkLst>
      </pc:sldChg>
      <pc:sldChg chg="del">
        <pc:chgData name="Yasmine AISSA" userId="c49615ed-9cc6-4a52-85fc-c583af0ddf2f" providerId="ADAL" clId="{B926B871-0419-4A40-812B-AC65033A947E}" dt="2025-07-11T07:51:13.770" v="25" actId="2696"/>
        <pc:sldMkLst>
          <pc:docMk/>
          <pc:sldMk cId="3593570983" sldId="2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78573543" sldId="2147482403"/>
        </pc:sldMkLst>
      </pc:sldChg>
      <pc:sldChg chg="modSp mod">
        <pc:chgData name="Yasmine AISSA" userId="c49615ed-9cc6-4a52-85fc-c583af0ddf2f" providerId="ADAL" clId="{B926B871-0419-4A40-812B-AC65033A947E}" dt="2025-07-15T10:03:27.685" v="2092" actId="2057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B926B871-0419-4A40-812B-AC65033A947E}" dt="2025-07-11T07:46:09.346" v="11" actId="2696"/>
        <pc:sldMkLst>
          <pc:docMk/>
          <pc:sldMk cId="565392847" sldId="2147482426"/>
        </pc:sldMkLst>
      </pc:sldChg>
      <pc:sldChg chg="del">
        <pc:chgData name="Yasmine AISSA" userId="c49615ed-9cc6-4a52-85fc-c583af0ddf2f" providerId="ADAL" clId="{B926B871-0419-4A40-812B-AC65033A947E}" dt="2025-07-11T07:51:26.044" v="26" actId="2696"/>
        <pc:sldMkLst>
          <pc:docMk/>
          <pc:sldMk cId="3532531603" sldId="214748243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15333647" sldId="2147482441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5934177" sldId="2147482443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513069919" sldId="214748244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745483483" sldId="2147482450"/>
        </pc:sldMkLst>
      </pc:sldChg>
      <pc:sldChg chg="modSp mod">
        <pc:chgData name="Yasmine AISSA" userId="c49615ed-9cc6-4a52-85fc-c583af0ddf2f" providerId="ADAL" clId="{B926B871-0419-4A40-812B-AC65033A947E}" dt="2025-07-15T10:49:33.240" v="2468" actId="20577"/>
        <pc:sldMkLst>
          <pc:docMk/>
          <pc:sldMk cId="2381479601" sldId="2147482451"/>
        </pc:sldMkLst>
      </pc:sldChg>
      <pc:sldChg chg="modSp mod">
        <pc:chgData name="Yasmine AISSA" userId="c49615ed-9cc6-4a52-85fc-c583af0ddf2f" providerId="ADAL" clId="{B926B871-0419-4A40-812B-AC65033A947E}" dt="2025-07-15T10:35:12.107" v="2345" actId="2057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3688813400" sldId="2147482454"/>
        </pc:sldMkLst>
      </pc:sldChg>
      <pc:sldChg chg="modSp mod modShow">
        <pc:chgData name="Yasmine AISSA" userId="c49615ed-9cc6-4a52-85fc-c583af0ddf2f" providerId="ADAL" clId="{B926B871-0419-4A40-812B-AC65033A947E}" dt="2025-07-15T10:33:13.320" v="2275" actId="20577"/>
        <pc:sldMkLst>
          <pc:docMk/>
          <pc:sldMk cId="2784782344" sldId="2147482455"/>
        </pc:sldMkLst>
      </pc:sldChg>
      <pc:sldChg chg="del">
        <pc:chgData name="Yasmine AISSA" userId="c49615ed-9cc6-4a52-85fc-c583af0ddf2f" providerId="ADAL" clId="{B926B871-0419-4A40-812B-AC65033A947E}" dt="2025-07-11T08:28:15.657" v="226" actId="2696"/>
        <pc:sldMkLst>
          <pc:docMk/>
          <pc:sldMk cId="3571603803" sldId="2147482457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172808798" sldId="214748245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91757381" sldId="214748246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949560971" sldId="2147482462"/>
        </pc:sldMkLst>
      </pc:sldChg>
      <pc:sldChg chg="modSp mod">
        <pc:chgData name="Yasmine AISSA" userId="c49615ed-9cc6-4a52-85fc-c583af0ddf2f" providerId="ADAL" clId="{B926B871-0419-4A40-812B-AC65033A947E}" dt="2025-07-15T10:33:08.158" v="2274" actId="20577"/>
        <pc:sldMkLst>
          <pc:docMk/>
          <pc:sldMk cId="1902261105" sldId="2147482463"/>
        </pc:sldMkLst>
      </pc:sldChg>
      <pc:sldChg chg="modSp mod modShow">
        <pc:chgData name="Yasmine AISSA" userId="c49615ed-9cc6-4a52-85fc-c583af0ddf2f" providerId="ADAL" clId="{B926B871-0419-4A40-812B-AC65033A947E}" dt="2025-07-15T10:16:59.287" v="2119" actId="729"/>
        <pc:sldMkLst>
          <pc:docMk/>
          <pc:sldMk cId="2789704366" sldId="2147482464"/>
        </pc:sldMkLst>
      </pc:sldChg>
      <pc:sldChg chg="modSp mod">
        <pc:chgData name="Yasmine AISSA" userId="c49615ed-9cc6-4a52-85fc-c583af0ddf2f" providerId="ADAL" clId="{B926B871-0419-4A40-812B-AC65033A947E}" dt="2025-07-15T10:10:14.022" v="2114" actId="20577"/>
        <pc:sldMkLst>
          <pc:docMk/>
          <pc:sldMk cId="1281640377" sldId="2147482465"/>
        </pc:sldMkLst>
      </pc:sldChg>
      <pc:sldChg chg="modSp mod">
        <pc:chgData name="Yasmine AISSA" userId="c49615ed-9cc6-4a52-85fc-c583af0ddf2f" providerId="ADAL" clId="{B926B871-0419-4A40-812B-AC65033A947E}" dt="2025-07-15T10:51:23.187" v="2497" actId="20577"/>
        <pc:sldMkLst>
          <pc:docMk/>
          <pc:sldMk cId="2260850067" sldId="2147482468"/>
        </pc:sldMkLst>
      </pc:sldChg>
      <pc:sldChg chg="modSp mod">
        <pc:chgData name="Yasmine AISSA" userId="c49615ed-9cc6-4a52-85fc-c583af0ddf2f" providerId="ADAL" clId="{B926B871-0419-4A40-812B-AC65033A947E}" dt="2025-07-15T10:49:47.640" v="2470" actId="20577"/>
        <pc:sldMkLst>
          <pc:docMk/>
          <pc:sldMk cId="2335165579" sldId="2147482470"/>
        </pc:sldMkLst>
      </pc:sldChg>
      <pc:sldChg chg="modSp mod">
        <pc:chgData name="Yasmine AISSA" userId="c49615ed-9cc6-4a52-85fc-c583af0ddf2f" providerId="ADAL" clId="{B926B871-0419-4A40-812B-AC65033A947E}" dt="2025-07-11T07:45:34.169" v="8" actId="2057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64143400" sldId="214748247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638513251" sldId="21474824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918671888" sldId="214748247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438361820" sldId="214748247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467254795" sldId="214748247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418681064" sldId="2147482479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647237989" sldId="2147482480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2908641256" sldId="214748248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842748019" sldId="214748248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365040940" sldId="2147482483"/>
        </pc:sldMkLst>
      </pc:sldChg>
      <pc:sldChg chg="modSp mod">
        <pc:chgData name="Yasmine AISSA" userId="c49615ed-9cc6-4a52-85fc-c583af0ddf2f" providerId="ADAL" clId="{B926B871-0419-4A40-812B-AC65033A947E}" dt="2025-07-15T10:47:22.654" v="2455" actId="2057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60019468" sldId="2147482488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32189943" sldId="2147482489"/>
        </pc:sldMkLst>
      </pc:sldChg>
      <pc:sldChg chg="mod modShow">
        <pc:chgData name="Yasmine AISSA" userId="c49615ed-9cc6-4a52-85fc-c583af0ddf2f" providerId="ADAL" clId="{B926B871-0419-4A40-812B-AC65033A947E}" dt="2025-07-21T09:36:24.070" v="2870" actId="729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843191464" sldId="2147482496"/>
        </pc:sldMkLst>
      </pc:sldChg>
      <pc:sldChg chg="mod modShow">
        <pc:chgData name="Yasmine AISSA" userId="c49615ed-9cc6-4a52-85fc-c583af0ddf2f" providerId="ADAL" clId="{B926B871-0419-4A40-812B-AC65033A947E}" dt="2025-07-11T15:19:22.227" v="1962" actId="729"/>
        <pc:sldMkLst>
          <pc:docMk/>
          <pc:sldMk cId="2901287855" sldId="2147482498"/>
        </pc:sldMkLst>
      </pc:sldChg>
      <pc:sldChg chg="mod modShow">
        <pc:chgData name="Yasmine AISSA" userId="c49615ed-9cc6-4a52-85fc-c583af0ddf2f" providerId="ADAL" clId="{B926B871-0419-4A40-812B-AC65033A947E}" dt="2025-07-15T10:19:49.391" v="2144" actId="729"/>
        <pc:sldMkLst>
          <pc:docMk/>
          <pc:sldMk cId="539872588" sldId="2147482499"/>
        </pc:sldMkLst>
      </pc:sldChg>
      <pc:sldChg chg="del">
        <pc:chgData name="Yasmine AISSA" userId="c49615ed-9cc6-4a52-85fc-c583af0ddf2f" providerId="ADAL" clId="{B926B871-0419-4A40-812B-AC65033A947E}" dt="2025-07-11T07:45:42.143" v="9" actId="2696"/>
        <pc:sldMkLst>
          <pc:docMk/>
          <pc:sldMk cId="3571576248" sldId="2147482501"/>
        </pc:sldMkLst>
      </pc:sldChg>
      <pc:sldChg chg="del">
        <pc:chgData name="Yasmine AISSA" userId="c49615ed-9cc6-4a52-85fc-c583af0ddf2f" providerId="ADAL" clId="{B926B871-0419-4A40-812B-AC65033A947E}" dt="2025-07-11T07:46:12.325" v="12" actId="2696"/>
        <pc:sldMkLst>
          <pc:docMk/>
          <pc:sldMk cId="2399831505" sldId="2147482502"/>
        </pc:sldMkLst>
      </pc:sldChg>
      <pc:sldChg chg="add del">
        <pc:chgData name="Yasmine AISSA" userId="c49615ed-9cc6-4a52-85fc-c583af0ddf2f" providerId="ADAL" clId="{B926B871-0419-4A40-812B-AC65033A947E}" dt="2025-07-15T10:03:06.636" v="2089" actId="2696"/>
        <pc:sldMkLst>
          <pc:docMk/>
          <pc:sldMk cId="2499763912" sldId="2147482503"/>
        </pc:sldMkLst>
      </pc:sldChg>
      <pc:sldChg chg="del">
        <pc:chgData name="Yasmine AISSA" userId="c49615ed-9cc6-4a52-85fc-c583af0ddf2f" providerId="ADAL" clId="{B926B871-0419-4A40-812B-AC65033A947E}" dt="2025-07-11T08:26:19.227" v="217" actId="2696"/>
        <pc:sldMkLst>
          <pc:docMk/>
          <pc:sldMk cId="1833900295" sldId="214748250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153834335" sldId="2147482505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18092017" sldId="2147482508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513116433" sldId="2147482509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1589277578" sldId="2147482510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3522021940" sldId="2147482512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58657867" sldId="214748251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936184" sldId="2147482516"/>
        </pc:sldMkLst>
      </pc:sldChg>
      <pc:sldChg chg="addSp delSp modSp mod">
        <pc:chgData name="Yasmine AISSA" userId="c49615ed-9cc6-4a52-85fc-c583af0ddf2f" providerId="ADAL" clId="{B926B871-0419-4A40-812B-AC65033A947E}" dt="2025-07-15T10:52:58.833" v="2511" actId="1076"/>
        <pc:sldMkLst>
          <pc:docMk/>
          <pc:sldMk cId="3864399978" sldId="2147482517"/>
        </pc:sldMkLst>
      </pc:sldChg>
      <pc:sldChg chg="modSp mod">
        <pc:chgData name="Yasmine AISSA" userId="c49615ed-9cc6-4a52-85fc-c583af0ddf2f" providerId="ADAL" clId="{B926B871-0419-4A40-812B-AC65033A947E}" dt="2025-07-15T10:25:36.669" v="2162" actId="20577"/>
        <pc:sldMkLst>
          <pc:docMk/>
          <pc:sldMk cId="1445730063" sldId="2147482518"/>
        </pc:sldMkLst>
      </pc:sldChg>
      <pc:sldChg chg="del">
        <pc:chgData name="Yasmine AISSA" userId="c49615ed-9cc6-4a52-85fc-c583af0ddf2f" providerId="ADAL" clId="{B926B871-0419-4A40-812B-AC65033A947E}" dt="2025-07-15T10:03:22.046" v="2090" actId="2696"/>
        <pc:sldMkLst>
          <pc:docMk/>
          <pc:sldMk cId="487709633" sldId="2147482519"/>
        </pc:sldMkLst>
      </pc:sldChg>
      <pc:sldChg chg="addSp delSp modSp del mod">
        <pc:chgData name="Yasmine AISSA" userId="c49615ed-9cc6-4a52-85fc-c583af0ddf2f" providerId="ADAL" clId="{B926B871-0419-4A40-812B-AC65033A947E}" dt="2025-07-11T13:38:47.173" v="1583" actId="2696"/>
        <pc:sldMkLst>
          <pc:docMk/>
          <pc:sldMk cId="1213988119" sldId="2147482520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264126006" sldId="2147482523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317492015" sldId="2147482524"/>
        </pc:sldMkLst>
      </pc:sldChg>
      <pc:sldChg chg="addSp delSp modSp mod ord modShow">
        <pc:chgData name="Yasmine AISSA" userId="c49615ed-9cc6-4a52-85fc-c583af0ddf2f" providerId="ADAL" clId="{B926B871-0419-4A40-812B-AC65033A947E}" dt="2025-07-15T13:04:23.646" v="2780" actId="255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54703528" sldId="2147482528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2107345368" sldId="2147482529"/>
        </pc:sldMkLst>
      </pc:sldChg>
      <pc:sldChg chg="addSp modSp mod ord modShow">
        <pc:chgData name="Yasmine AISSA" userId="c49615ed-9cc6-4a52-85fc-c583af0ddf2f" providerId="ADAL" clId="{B926B871-0419-4A40-812B-AC65033A947E}" dt="2025-07-15T13:20:15.726" v="2803" actId="1076"/>
        <pc:sldMkLst>
          <pc:docMk/>
          <pc:sldMk cId="3387351838" sldId="2147482530"/>
        </pc:sldMkLst>
      </pc:sldChg>
      <pc:sldChg chg="addSp delSp modSp del mod">
        <pc:chgData name="Yasmine AISSA" userId="c49615ed-9cc6-4a52-85fc-c583af0ddf2f" providerId="ADAL" clId="{B926B871-0419-4A40-812B-AC65033A947E}" dt="2025-07-11T13:41:23.229" v="1674" actId="2696"/>
        <pc:sldMkLst>
          <pc:docMk/>
          <pc:sldMk cId="2427981154" sldId="2147482531"/>
        </pc:sldMkLst>
      </pc:sldChg>
      <pc:sldChg chg="addSp delSp modSp del mod">
        <pc:chgData name="Yasmine AISSA" userId="c49615ed-9cc6-4a52-85fc-c583af0ddf2f" providerId="ADAL" clId="{B926B871-0419-4A40-812B-AC65033A947E}" dt="2025-07-11T13:41:51.531" v="1680" actId="2696"/>
        <pc:sldMkLst>
          <pc:docMk/>
          <pc:sldMk cId="2686232559" sldId="2147482532"/>
        </pc:sldMkLst>
      </pc:sldChg>
      <pc:sldChg chg="addSp delSp modSp mod">
        <pc:chgData name="Yasmine AISSA" userId="c49615ed-9cc6-4a52-85fc-c583af0ddf2f" providerId="ADAL" clId="{B926B871-0419-4A40-812B-AC65033A947E}" dt="2025-07-15T10:31:23.045" v="2235" actId="20577"/>
        <pc:sldMkLst>
          <pc:docMk/>
          <pc:sldMk cId="2913223353" sldId="2147482534"/>
        </pc:sldMkLst>
      </pc:sldChg>
      <pc:sldChg chg="addSp delSp modSp del mod">
        <pc:chgData name="Yasmine AISSA" userId="c49615ed-9cc6-4a52-85fc-c583af0ddf2f" providerId="ADAL" clId="{B926B871-0419-4A40-812B-AC65033A947E}" dt="2025-07-11T13:47:00.359" v="1752" actId="2696"/>
        <pc:sldMkLst>
          <pc:docMk/>
          <pc:sldMk cId="3728653431" sldId="2147482535"/>
        </pc:sldMkLst>
      </pc:sldChg>
      <pc:sldChg chg="delSp modSp mod modShow">
        <pc:chgData name="Yasmine AISSA" userId="c49615ed-9cc6-4a52-85fc-c583af0ddf2f" providerId="ADAL" clId="{B926B871-0419-4A40-812B-AC65033A947E}" dt="2025-07-15T10:33:24.541" v="2281" actId="20577"/>
        <pc:sldMkLst>
          <pc:docMk/>
          <pc:sldMk cId="1249032153" sldId="2147482539"/>
        </pc:sldMkLst>
      </pc:sldChg>
      <pc:sldChg chg="del mod modShow">
        <pc:chgData name="Yasmine AISSA" userId="c49615ed-9cc6-4a52-85fc-c583af0ddf2f" providerId="ADAL" clId="{B926B871-0419-4A40-812B-AC65033A947E}" dt="2025-07-11T08:29:15.186" v="231" actId="47"/>
        <pc:sldMkLst>
          <pc:docMk/>
          <pc:sldMk cId="1896308960" sldId="2147482540"/>
        </pc:sldMkLst>
      </pc:sldChg>
      <pc:sldChg chg="del">
        <pc:chgData name="Yasmine AISSA" userId="c49615ed-9cc6-4a52-85fc-c583af0ddf2f" providerId="ADAL" clId="{B926B871-0419-4A40-812B-AC65033A947E}" dt="2025-07-11T08:28:29.844" v="227" actId="2696"/>
        <pc:sldMkLst>
          <pc:docMk/>
          <pc:sldMk cId="3975987300" sldId="2147482541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3013181863" sldId="2147482542"/>
        </pc:sldMkLst>
      </pc:sldChg>
      <pc:sldChg chg="del mod modShow">
        <pc:chgData name="Yasmine AISSA" userId="c49615ed-9cc6-4a52-85fc-c583af0ddf2f" providerId="ADAL" clId="{B926B871-0419-4A40-812B-AC65033A947E}" dt="2025-07-11T08:30:15.751" v="235" actId="47"/>
        <pc:sldMkLst>
          <pc:docMk/>
          <pc:sldMk cId="1146468606" sldId="2147482543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680353883" sldId="2147482544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712893521" sldId="2147482545"/>
        </pc:sldMkLst>
      </pc:sldChg>
      <pc:sldChg chg="modSp mod">
        <pc:chgData name="Yasmine AISSA" userId="c49615ed-9cc6-4a52-85fc-c583af0ddf2f" providerId="ADAL" clId="{B926B871-0419-4A40-812B-AC65033A947E}" dt="2025-07-15T10:51:13.810" v="2496" actId="20577"/>
        <pc:sldMkLst>
          <pc:docMk/>
          <pc:sldMk cId="2889329387" sldId="2147482547"/>
        </pc:sldMkLst>
      </pc:sldChg>
      <pc:sldChg chg="modSp mod modShow">
        <pc:chgData name="Yasmine AISSA" userId="c49615ed-9cc6-4a52-85fc-c583af0ddf2f" providerId="ADAL" clId="{B926B871-0419-4A40-812B-AC65033A947E}" dt="2025-07-15T10:50:50.939" v="2485" actId="20577"/>
        <pc:sldMkLst>
          <pc:docMk/>
          <pc:sldMk cId="3241639735" sldId="214748254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147679365" sldId="2147482549"/>
        </pc:sldMkLst>
      </pc:sldChg>
      <pc:sldChg chg="modSp mod">
        <pc:chgData name="Yasmine AISSA" userId="c49615ed-9cc6-4a52-85fc-c583af0ddf2f" providerId="ADAL" clId="{B926B871-0419-4A40-812B-AC65033A947E}" dt="2025-07-15T10:50:21.492" v="2481" actId="20577"/>
        <pc:sldMkLst>
          <pc:docMk/>
          <pc:sldMk cId="2105083939" sldId="2147482550"/>
        </pc:sldMkLst>
      </pc:sldChg>
      <pc:sldChg chg="modSp add del mod modShow">
        <pc:chgData name="Yasmine AISSA" userId="c49615ed-9cc6-4a52-85fc-c583af0ddf2f" providerId="ADAL" clId="{B926B871-0419-4A40-812B-AC65033A947E}" dt="2025-07-15T10:50:43.241" v="2484" actId="1076"/>
        <pc:sldMkLst>
          <pc:docMk/>
          <pc:sldMk cId="948637017" sldId="2147482551"/>
        </pc:sldMkLst>
      </pc:sldChg>
      <pc:sldChg chg="modSp del mod">
        <pc:chgData name="Yasmine AISSA" userId="c49615ed-9cc6-4a52-85fc-c583af0ddf2f" providerId="ADAL" clId="{B926B871-0419-4A40-812B-AC65033A947E}" dt="2025-07-11T14:30:22.871" v="1950" actId="2696"/>
        <pc:sldMkLst>
          <pc:docMk/>
          <pc:sldMk cId="3075192141" sldId="2147482552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12775264" sldId="214748255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91693735" sldId="214748255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0334688" sldId="2147482560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557984509" sldId="2147482561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1465724338" sldId="2147482562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4255554262" sldId="2147482564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3664562981" sldId="2147482565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20791958" sldId="2147482566"/>
        </pc:sldMkLst>
      </pc:sldChg>
      <pc:sldChg chg="modSp del mod">
        <pc:chgData name="Yasmine AISSA" userId="c49615ed-9cc6-4a52-85fc-c583af0ddf2f" providerId="ADAL" clId="{B926B871-0419-4A40-812B-AC65033A947E}" dt="2025-07-11T14:21:35.421" v="1903" actId="2696"/>
        <pc:sldMkLst>
          <pc:docMk/>
          <pc:sldMk cId="264377335" sldId="2147482568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3263565397" sldId="2147482570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43076246" sldId="2147482571"/>
        </pc:sldMkLst>
      </pc:sldChg>
      <pc:sldChg chg="modSp del mod modShow">
        <pc:chgData name="Yasmine AISSA" userId="c49615ed-9cc6-4a52-85fc-c583af0ddf2f" providerId="ADAL" clId="{B926B871-0419-4A40-812B-AC65033A947E}" dt="2025-07-11T14:20:12.365" v="1893" actId="2696"/>
        <pc:sldMkLst>
          <pc:docMk/>
          <pc:sldMk cId="3797644445" sldId="2147482572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16691557" sldId="2147482573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1619861972" sldId="2147482574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23372123" sldId="2147482575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2388140648" sldId="2147482576"/>
        </pc:sldMkLst>
      </pc:sldChg>
      <pc:sldChg chg="del">
        <pc:chgData name="Yasmine AISSA" userId="c49615ed-9cc6-4a52-85fc-c583af0ddf2f" providerId="ADAL" clId="{B926B871-0419-4A40-812B-AC65033A947E}" dt="2025-07-15T10:10:27.154" v="2115" actId="2696"/>
        <pc:sldMkLst>
          <pc:docMk/>
          <pc:sldMk cId="2389620308" sldId="2147482577"/>
        </pc:sldMkLst>
      </pc:sldChg>
      <pc:sldChg chg="del">
        <pc:chgData name="Yasmine AISSA" userId="c49615ed-9cc6-4a52-85fc-c583af0ddf2f" providerId="ADAL" clId="{B926B871-0419-4A40-812B-AC65033A947E}" dt="2025-07-15T10:17:03.477" v="2120" actId="2696"/>
        <pc:sldMkLst>
          <pc:docMk/>
          <pc:sldMk cId="1892054509" sldId="2147482578"/>
        </pc:sldMkLst>
      </pc:sldChg>
      <pc:sldChg chg="del">
        <pc:chgData name="Yasmine AISSA" userId="c49615ed-9cc6-4a52-85fc-c583af0ddf2f" providerId="ADAL" clId="{B926B871-0419-4A40-812B-AC65033A947E}" dt="2025-07-15T10:18:35.018" v="2123" actId="47"/>
        <pc:sldMkLst>
          <pc:docMk/>
          <pc:sldMk cId="1891143888" sldId="2147482579"/>
        </pc:sldMkLst>
      </pc:sldChg>
      <pc:sldChg chg="del">
        <pc:chgData name="Yasmine AISSA" userId="c49615ed-9cc6-4a52-85fc-c583af0ddf2f" providerId="ADAL" clId="{B926B871-0419-4A40-812B-AC65033A947E}" dt="2025-07-15T10:19:14.867" v="2130" actId="47"/>
        <pc:sldMkLst>
          <pc:docMk/>
          <pc:sldMk cId="2900614761" sldId="2147482580"/>
        </pc:sldMkLst>
      </pc:sldChg>
      <pc:sldChg chg="del mod modShow">
        <pc:chgData name="Yasmine AISSA" userId="c49615ed-9cc6-4a52-85fc-c583af0ddf2f" providerId="ADAL" clId="{B926B871-0419-4A40-812B-AC65033A947E}" dt="2025-07-15T10:24:57.922" v="2149" actId="47"/>
        <pc:sldMkLst>
          <pc:docMk/>
          <pc:sldMk cId="200095517" sldId="2147482581"/>
        </pc:sldMkLst>
      </pc:sldChg>
      <pc:sldChg chg="del">
        <pc:chgData name="Yasmine AISSA" userId="c49615ed-9cc6-4a52-85fc-c583af0ddf2f" providerId="ADAL" clId="{B926B871-0419-4A40-812B-AC65033A947E}" dt="2025-07-15T10:22:38.948" v="2147" actId="2696"/>
        <pc:sldMkLst>
          <pc:docMk/>
          <pc:sldMk cId="2542858977" sldId="2147482582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4089209576" sldId="2147482585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963400826" sldId="2147482588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3614671441" sldId="2147482589"/>
        </pc:sldMkLst>
      </pc:sldChg>
      <pc:sldChg chg="modSp add del mod ord">
        <pc:chgData name="Yasmine AISSA" userId="c49615ed-9cc6-4a52-85fc-c583af0ddf2f" providerId="ADAL" clId="{B926B871-0419-4A40-812B-AC65033A947E}" dt="2025-07-15T12:31:40.513" v="2529" actId="1076"/>
        <pc:sldMkLst>
          <pc:docMk/>
          <pc:sldMk cId="4084907256" sldId="2147482590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2709754494" sldId="2147482591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888161446" sldId="2147482592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134676857" sldId="2147482593"/>
        </pc:sldMkLst>
      </pc:sldChg>
      <pc:sldChg chg="modSp mod">
        <pc:chgData name="Yasmine AISSA" userId="c49615ed-9cc6-4a52-85fc-c583af0ddf2f" providerId="ADAL" clId="{B926B871-0419-4A40-812B-AC65033A947E}" dt="2025-07-15T10:51:27.800" v="2498" actId="20577"/>
        <pc:sldMkLst>
          <pc:docMk/>
          <pc:sldMk cId="2829010350" sldId="2147482596"/>
        </pc:sldMkLst>
      </pc:sldChg>
      <pc:sldChg chg="modSp mod modShow">
        <pc:chgData name="Yasmine AISSA" userId="c49615ed-9cc6-4a52-85fc-c583af0ddf2f" providerId="ADAL" clId="{B926B871-0419-4A40-812B-AC65033A947E}" dt="2025-07-15T13:58:28.972" v="2826" actId="729"/>
        <pc:sldMkLst>
          <pc:docMk/>
          <pc:sldMk cId="3053716332" sldId="2147482597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194223412" sldId="2147482599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4057079096" sldId="2147482600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91987161" sldId="214748260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7065706" sldId="2147482604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1991982842" sldId="214748260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79885721" sldId="2147482606"/>
        </pc:sldMkLst>
      </pc:sldChg>
      <pc:sldChg chg="del">
        <pc:chgData name="Yasmine AISSA" userId="c49615ed-9cc6-4a52-85fc-c583af0ddf2f" providerId="ADAL" clId="{B926B871-0419-4A40-812B-AC65033A947E}" dt="2025-07-11T08:30:15.751" v="235" actId="47"/>
        <pc:sldMkLst>
          <pc:docMk/>
          <pc:sldMk cId="1199835042" sldId="2147482607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022033923" sldId="2147482608"/>
        </pc:sldMkLst>
      </pc:sldChg>
      <pc:sldChg chg="del">
        <pc:chgData name="Yasmine AISSA" userId="c49615ed-9cc6-4a52-85fc-c583af0ddf2f" providerId="ADAL" clId="{B926B871-0419-4A40-812B-AC65033A947E}" dt="2025-07-11T08:09:03.093" v="208" actId="2696"/>
        <pc:sldMkLst>
          <pc:docMk/>
          <pc:sldMk cId="3256440991" sldId="2147482609"/>
        </pc:sldMkLst>
      </pc:sldChg>
      <pc:sldChg chg="modSp mod">
        <pc:chgData name="Yasmine AISSA" userId="c49615ed-9cc6-4a52-85fc-c583af0ddf2f" providerId="ADAL" clId="{B926B871-0419-4A40-812B-AC65033A947E}" dt="2025-07-15T10:49:26.365" v="2467" actId="20577"/>
        <pc:sldMkLst>
          <pc:docMk/>
          <pc:sldMk cId="2389248835" sldId="2147482610"/>
        </pc:sldMkLst>
      </pc:sldChg>
      <pc:sldChg chg="modSp mod">
        <pc:chgData name="Yasmine AISSA" userId="c49615ed-9cc6-4a52-85fc-c583af0ddf2f" providerId="ADAL" clId="{B926B871-0419-4A40-812B-AC65033A947E}" dt="2025-07-15T10:49:08.034" v="2462" actId="20577"/>
        <pc:sldMkLst>
          <pc:docMk/>
          <pc:sldMk cId="2597721776" sldId="2147482611"/>
        </pc:sldMkLst>
      </pc:sldChg>
      <pc:sldChg chg="modSp mod modShow">
        <pc:chgData name="Yasmine AISSA" userId="c49615ed-9cc6-4a52-85fc-c583af0ddf2f" providerId="ADAL" clId="{B926B871-0419-4A40-812B-AC65033A947E}" dt="2025-07-15T13:58:38.669" v="2827" actId="729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B926B871-0419-4A40-812B-AC65033A947E}" dt="2025-07-11T07:54:37.706" v="139" actId="2696"/>
        <pc:sldMkLst>
          <pc:docMk/>
          <pc:sldMk cId="3008791396" sldId="2147482613"/>
        </pc:sldMkLst>
      </pc:sldChg>
      <pc:sldChg chg="del mod modShow">
        <pc:chgData name="Yasmine AISSA" userId="c49615ed-9cc6-4a52-85fc-c583af0ddf2f" providerId="ADAL" clId="{B926B871-0419-4A40-812B-AC65033A947E}" dt="2025-07-11T08:04:36.745" v="165" actId="47"/>
        <pc:sldMkLst>
          <pc:docMk/>
          <pc:sldMk cId="1917245751" sldId="2147482614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369346932" sldId="2147482615"/>
        </pc:sldMkLst>
      </pc:sldChg>
      <pc:sldChg chg="modSp mod modShow">
        <pc:chgData name="Yasmine AISSA" userId="c49615ed-9cc6-4a52-85fc-c583af0ddf2f" providerId="ADAL" clId="{B926B871-0419-4A40-812B-AC65033A947E}" dt="2025-07-15T14:06:53.204" v="2850" actId="729"/>
        <pc:sldMkLst>
          <pc:docMk/>
          <pc:sldMk cId="2142893685" sldId="2147482616"/>
        </pc:sldMkLst>
      </pc:sldChg>
      <pc:sldChg chg="modSp mod">
        <pc:chgData name="Yasmine AISSA" userId="c49615ed-9cc6-4a52-85fc-c583af0ddf2f" providerId="ADAL" clId="{B926B871-0419-4A40-812B-AC65033A947E}" dt="2025-07-15T10:25:49.757" v="2170" actId="20577"/>
        <pc:sldMkLst>
          <pc:docMk/>
          <pc:sldMk cId="385506026" sldId="2147482618"/>
        </pc:sldMkLst>
      </pc:sldChg>
      <pc:sldChg chg="del mod modShow">
        <pc:chgData name="Yasmine AISSA" userId="c49615ed-9cc6-4a52-85fc-c583af0ddf2f" providerId="ADAL" clId="{B926B871-0419-4A40-812B-AC65033A947E}" dt="2025-07-15T10:24:38.866" v="2148" actId="2696"/>
        <pc:sldMkLst>
          <pc:docMk/>
          <pc:sldMk cId="3606437562" sldId="2147482619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332854758" sldId="2147482620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1912174299" sldId="2147482621"/>
        </pc:sldMkLst>
      </pc:sldChg>
      <pc:sldChg chg="addSp delSp add del mod setBg delDesignElem modShow">
        <pc:chgData name="Yasmine AISSA" userId="c49615ed-9cc6-4a52-85fc-c583af0ddf2f" providerId="ADAL" clId="{B926B871-0419-4A40-812B-AC65033A947E}" dt="2025-07-21T09:35:23" v="2865"/>
        <pc:sldMkLst>
          <pc:docMk/>
          <pc:sldMk cId="3932954260" sldId="2147482622"/>
        </pc:sldMkLst>
      </pc:sldChg>
      <pc:sldChg chg="modSp mod modShow">
        <pc:chgData name="Yasmine AISSA" userId="c49615ed-9cc6-4a52-85fc-c583af0ddf2f" providerId="ADAL" clId="{B926B871-0419-4A40-812B-AC65033A947E}" dt="2025-07-15T10:47:35.053" v="2459" actId="20577"/>
        <pc:sldMkLst>
          <pc:docMk/>
          <pc:sldMk cId="1406195659" sldId="2147482623"/>
        </pc:sldMkLst>
      </pc:sldChg>
      <pc:sldChg chg="modSp mod modShow">
        <pc:chgData name="Yasmine AISSA" userId="c49615ed-9cc6-4a52-85fc-c583af0ddf2f" providerId="ADAL" clId="{B926B871-0419-4A40-812B-AC65033A947E}" dt="2025-07-15T10:34:04.031" v="2314" actId="1076"/>
        <pc:sldMkLst>
          <pc:docMk/>
          <pc:sldMk cId="2826836844" sldId="2147482624"/>
        </pc:sldMkLst>
      </pc:sldChg>
      <pc:sldChg chg="modSp del mod modShow">
        <pc:chgData name="Yasmine AISSA" userId="c49615ed-9cc6-4a52-85fc-c583af0ddf2f" providerId="ADAL" clId="{B926B871-0419-4A40-812B-AC65033A947E}" dt="2025-07-11T13:55:36.731" v="1867" actId="2696"/>
        <pc:sldMkLst>
          <pc:docMk/>
          <pc:sldMk cId="2591406338" sldId="2147482625"/>
        </pc:sldMkLst>
      </pc:sldChg>
      <pc:sldChg chg="addSp delSp modSp mod modShow">
        <pc:chgData name="Yasmine AISSA" userId="c49615ed-9cc6-4a52-85fc-c583af0ddf2f" providerId="ADAL" clId="{B926B871-0419-4A40-812B-AC65033A947E}" dt="2025-07-15T10:33:47.350" v="2308" actId="1076"/>
        <pc:sldMkLst>
          <pc:docMk/>
          <pc:sldMk cId="4086416848" sldId="2147482626"/>
        </pc:sldMkLst>
      </pc:sldChg>
      <pc:sldChg chg="modSp mod modShow">
        <pc:chgData name="Yasmine AISSA" userId="c49615ed-9cc6-4a52-85fc-c583af0ddf2f" providerId="ADAL" clId="{B926B871-0419-4A40-812B-AC65033A947E}" dt="2025-07-15T13:56:50.822" v="2823" actId="729"/>
        <pc:sldMkLst>
          <pc:docMk/>
          <pc:sldMk cId="3706885681" sldId="2147482627"/>
        </pc:sldMkLst>
      </pc:sldChg>
      <pc:sldChg chg="del mod modShow">
        <pc:chgData name="Yasmine AISSA" userId="c49615ed-9cc6-4a52-85fc-c583af0ddf2f" providerId="ADAL" clId="{B926B871-0419-4A40-812B-AC65033A947E}" dt="2025-07-11T08:30:01.265" v="233" actId="47"/>
        <pc:sldMkLst>
          <pc:docMk/>
          <pc:sldMk cId="3489436192" sldId="2147482628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1453806796" sldId="2147482629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2842374480" sldId="2147482630"/>
        </pc:sldMkLst>
      </pc:sldChg>
      <pc:sldChg chg="modSp mod">
        <pc:chgData name="Yasmine AISSA" userId="c49615ed-9cc6-4a52-85fc-c583af0ddf2f" providerId="ADAL" clId="{B926B871-0419-4A40-812B-AC65033A947E}" dt="2025-07-15T10:45:21.091" v="2443" actId="20577"/>
        <pc:sldMkLst>
          <pc:docMk/>
          <pc:sldMk cId="2934060295" sldId="2147482631"/>
        </pc:sldMkLst>
      </pc:sldChg>
      <pc:sldChg chg="addSp delSp modSp mod modShow">
        <pc:chgData name="Yasmine AISSA" userId="c49615ed-9cc6-4a52-85fc-c583af0ddf2f" providerId="ADAL" clId="{B926B871-0419-4A40-812B-AC65033A947E}" dt="2025-07-15T12:27:42.718" v="2523" actId="1076"/>
        <pc:sldMkLst>
          <pc:docMk/>
          <pc:sldMk cId="3378406177" sldId="2147482632"/>
        </pc:sldMkLst>
      </pc:sldChg>
      <pc:sldChg chg="addSp delSp modSp add mod">
        <pc:chgData name="Yasmine AISSA" userId="c49615ed-9cc6-4a52-85fc-c583af0ddf2f" providerId="ADAL" clId="{B926B871-0419-4A40-812B-AC65033A947E}" dt="2025-07-15T10:28:57.358" v="2205" actId="1076"/>
        <pc:sldMkLst>
          <pc:docMk/>
          <pc:sldMk cId="548572405" sldId="2147482633"/>
        </pc:sldMkLst>
      </pc:sldChg>
      <pc:sldChg chg="addSp modSp add mod">
        <pc:chgData name="Yasmine AISSA" userId="c49615ed-9cc6-4a52-85fc-c583af0ddf2f" providerId="ADAL" clId="{B926B871-0419-4A40-812B-AC65033A947E}" dt="2025-07-15T12:21:13.354" v="2517" actId="1076"/>
        <pc:sldMkLst>
          <pc:docMk/>
          <pc:sldMk cId="2032420262" sldId="2147482634"/>
        </pc:sldMkLst>
      </pc:sldChg>
      <pc:sldChg chg="addSp modSp add mod">
        <pc:chgData name="Yasmine AISSA" userId="c49615ed-9cc6-4a52-85fc-c583af0ddf2f" providerId="ADAL" clId="{B926B871-0419-4A40-812B-AC65033A947E}" dt="2025-07-15T10:30:57.510" v="2230" actId="20577"/>
        <pc:sldMkLst>
          <pc:docMk/>
          <pc:sldMk cId="3072628558" sldId="2147482635"/>
        </pc:sldMkLst>
      </pc:sldChg>
      <pc:sldChg chg="addSp modSp add mod">
        <pc:chgData name="Yasmine AISSA" userId="c49615ed-9cc6-4a52-85fc-c583af0ddf2f" providerId="ADAL" clId="{B926B871-0419-4A40-812B-AC65033A947E}" dt="2025-07-15T10:32:43.732" v="2253" actId="20577"/>
        <pc:sldMkLst>
          <pc:docMk/>
          <pc:sldMk cId="2024774482" sldId="2147482636"/>
        </pc:sldMkLst>
      </pc:sldChg>
      <pc:sldChg chg="addSp modSp add mod">
        <pc:chgData name="Yasmine AISSA" userId="c49615ed-9cc6-4a52-85fc-c583af0ddf2f" providerId="ADAL" clId="{B926B871-0419-4A40-812B-AC65033A947E}" dt="2025-07-15T10:34:46.572" v="2340" actId="1037"/>
        <pc:sldMkLst>
          <pc:docMk/>
          <pc:sldMk cId="3903996569" sldId="2147482637"/>
        </pc:sldMkLst>
      </pc:sldChg>
      <pc:sldChg chg="addSp modSp add mod">
        <pc:chgData name="Yasmine AISSA" userId="c49615ed-9cc6-4a52-85fc-c583af0ddf2f" providerId="ADAL" clId="{B926B871-0419-4A40-812B-AC65033A947E}" dt="2025-07-15T12:30:26.485" v="2525" actId="1037"/>
        <pc:sldMkLst>
          <pc:docMk/>
          <pc:sldMk cId="505270672" sldId="2147482638"/>
        </pc:sldMkLst>
      </pc:sldChg>
      <pc:sldChg chg="addSp modSp add mod">
        <pc:chgData name="Yasmine AISSA" userId="c49615ed-9cc6-4a52-85fc-c583af0ddf2f" providerId="ADAL" clId="{B926B871-0419-4A40-812B-AC65033A947E}" dt="2025-07-15T10:52:09.918" v="2508" actId="1076"/>
        <pc:sldMkLst>
          <pc:docMk/>
          <pc:sldMk cId="1032640612" sldId="2147482639"/>
        </pc:sldMkLst>
      </pc:sldChg>
      <pc:sldChg chg="addSp delSp modSp add mod">
        <pc:chgData name="Yasmine AISSA" userId="c49615ed-9cc6-4a52-85fc-c583af0ddf2f" providerId="ADAL" clId="{B926B871-0419-4A40-812B-AC65033A947E}" dt="2025-07-15T10:47:16.275" v="2454" actId="1076"/>
        <pc:sldMkLst>
          <pc:docMk/>
          <pc:sldMk cId="137478425" sldId="2147482640"/>
        </pc:sldMkLst>
      </pc:sldChg>
      <pc:sldChg chg="modSp add del mod">
        <pc:chgData name="Yasmine AISSA" userId="c49615ed-9cc6-4a52-85fc-c583af0ddf2f" providerId="ADAL" clId="{B926B871-0419-4A40-812B-AC65033A947E}" dt="2025-07-15T10:45:03.591" v="2439" actId="2696"/>
        <pc:sldMkLst>
          <pc:docMk/>
          <pc:sldMk cId="1705227739" sldId="2147482641"/>
        </pc:sldMkLst>
      </pc:sldChg>
      <pc:sldChg chg="addSp modSp add mod">
        <pc:chgData name="Yasmine AISSA" userId="c49615ed-9cc6-4a52-85fc-c583af0ddf2f" providerId="ADAL" clId="{B926B871-0419-4A40-812B-AC65033A947E}" dt="2025-07-15T10:44:36.332" v="2438" actId="20577"/>
        <pc:sldMkLst>
          <pc:docMk/>
          <pc:sldMk cId="482464989" sldId="2147482642"/>
        </pc:sldMkLst>
      </pc:sldChg>
      <pc:sldChg chg="modSp new mod modShow">
        <pc:chgData name="Yasmine AISSA" userId="c49615ed-9cc6-4a52-85fc-c583af0ddf2f" providerId="ADAL" clId="{B926B871-0419-4A40-812B-AC65033A947E}" dt="2025-07-15T12:30:35.611" v="2526" actId="729"/>
        <pc:sldMkLst>
          <pc:docMk/>
          <pc:sldMk cId="3019325207" sldId="2147482643"/>
        </pc:sldMkLst>
      </pc:sldChg>
      <pc:sldChg chg="new del">
        <pc:chgData name="Yasmine AISSA" userId="c49615ed-9cc6-4a52-85fc-c583af0ddf2f" providerId="ADAL" clId="{B926B871-0419-4A40-812B-AC65033A947E}" dt="2025-07-15T09:12:35.020" v="2085" actId="680"/>
        <pc:sldMkLst>
          <pc:docMk/>
          <pc:sldMk cId="3288516220" sldId="2147482643"/>
        </pc:sldMkLst>
      </pc:sldChg>
      <pc:sldChg chg="add">
        <pc:chgData name="Yasmine AISSA" userId="c49615ed-9cc6-4a52-85fc-c583af0ddf2f" providerId="ADAL" clId="{B926B871-0419-4A40-812B-AC65033A947E}" dt="2025-07-15T10:40:04.144" v="2401" actId="2890"/>
        <pc:sldMkLst>
          <pc:docMk/>
          <pc:sldMk cId="4186051456" sldId="2147482644"/>
        </pc:sldMkLst>
      </pc:sldChg>
      <pc:sldChg chg="addSp delSp modSp add mod modShow">
        <pc:chgData name="Yasmine AISSA" userId="c49615ed-9cc6-4a52-85fc-c583af0ddf2f" providerId="ADAL" clId="{B926B871-0419-4A40-812B-AC65033A947E}" dt="2025-07-15T13:04:44.634" v="2781" actId="729"/>
        <pc:sldMkLst>
          <pc:docMk/>
          <pc:sldMk cId="1091974974" sldId="2147482645"/>
        </pc:sldMkLst>
      </pc:sldChg>
      <pc:sldChg chg="add del">
        <pc:chgData name="Yasmine AISSA" userId="c49615ed-9cc6-4a52-85fc-c583af0ddf2f" providerId="ADAL" clId="{B926B871-0419-4A40-812B-AC65033A947E}" dt="2025-07-21T09:35:29.787" v="2866" actId="2696"/>
        <pc:sldMkLst>
          <pc:docMk/>
          <pc:sldMk cId="243902312" sldId="2147482646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2641430066" sldId="2147482647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089912581" sldId="2147482648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118829435" sldId="2147482649"/>
        </pc:sldMkLst>
      </pc:sldChg>
      <pc:sldChg chg="add del">
        <pc:chgData name="Yasmine AISSA" userId="c49615ed-9cc6-4a52-85fc-c583af0ddf2f" providerId="ADAL" clId="{B926B871-0419-4A40-812B-AC65033A947E}" dt="2025-07-21T09:34:42.725" v="2861"/>
        <pc:sldMkLst>
          <pc:docMk/>
          <pc:sldMk cId="1333841121" sldId="2147482650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113949248" sldId="2147482651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353177444" sldId="2147482652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3454913897" sldId="2147482653"/>
        </pc:sldMkLst>
      </pc:sldChg>
    </pc:docChg>
  </pc:docChgLst>
  <pc:docChgLst>
    <pc:chgData name="Yasmine AISSA" userId="c49615ed-9cc6-4a52-85fc-c583af0ddf2f" providerId="ADAL" clId="{C1E26B80-9E14-4479-9694-990F20F05C7F}"/>
    <pc:docChg chg="undo custSel addSld delSld modSld sldOrd">
      <pc:chgData name="Yasmine AISSA" userId="c49615ed-9cc6-4a52-85fc-c583af0ddf2f" providerId="ADAL" clId="{C1E26B80-9E14-4479-9694-990F20F05C7F}" dt="2025-11-05T12:03:09.748" v="2268" actId="20577"/>
      <pc:docMkLst>
        <pc:docMk/>
      </pc:docMkLst>
      <pc:sldChg chg="del">
        <pc:chgData name="Yasmine AISSA" userId="c49615ed-9cc6-4a52-85fc-c583af0ddf2f" providerId="ADAL" clId="{C1E26B80-9E14-4479-9694-990F20F05C7F}" dt="2025-10-02T12:59:14.774" v="935" actId="47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C1E26B80-9E14-4479-9694-990F20F05C7F}" dt="2025-11-05T11:59:16.286" v="2048" actId="1076"/>
        <pc:sldMkLst>
          <pc:docMk/>
          <pc:sldMk cId="0" sldId="263"/>
        </pc:sldMkLst>
        <pc:spChg chg="mod">
          <ac:chgData name="Yasmine AISSA" userId="c49615ed-9cc6-4a52-85fc-c583af0ddf2f" providerId="ADAL" clId="{C1E26B80-9E14-4479-9694-990F20F05C7F}" dt="2025-11-05T11:59:16.286" v="2048" actId="1076"/>
          <ac:spMkLst>
            <pc:docMk/>
            <pc:sldMk cId="0" sldId="263"/>
            <ac:spMk id="4" creationId="{42CAF016-717A-AD95-5291-C0F4D2AC35DF}"/>
          </ac:spMkLst>
        </pc:spChg>
      </pc:sldChg>
      <pc:sldChg chg="del">
        <pc:chgData name="Yasmine AISSA" userId="c49615ed-9cc6-4a52-85fc-c583af0ddf2f" providerId="ADAL" clId="{C1E26B80-9E14-4479-9694-990F20F05C7F}" dt="2025-10-02T13:00:03.220" v="989" actId="4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C1E26B80-9E14-4479-9694-990F20F05C7F}" dt="2025-10-02T12:59:12.368" v="906" actId="47"/>
        <pc:sldMkLst>
          <pc:docMk/>
          <pc:sldMk cId="2381479601" sldId="2147482451"/>
        </pc:sldMkLst>
      </pc:sldChg>
      <pc:sldChg chg="del">
        <pc:chgData name="Yasmine AISSA" userId="c49615ed-9cc6-4a52-85fc-c583af0ddf2f" providerId="ADAL" clId="{C1E26B80-9E14-4479-9694-990F20F05C7F}" dt="2025-10-02T12:59:13.160" v="919" actId="4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C1E26B80-9E14-4479-9694-990F20F05C7F}" dt="2025-10-02T12:59:13.343" v="925" actId="47"/>
        <pc:sldMkLst>
          <pc:docMk/>
          <pc:sldMk cId="2784782344" sldId="2147482455"/>
        </pc:sldMkLst>
      </pc:sldChg>
      <pc:sldChg chg="modSp del mod ord">
        <pc:chgData name="Yasmine AISSA" userId="c49615ed-9cc6-4a52-85fc-c583af0ddf2f" providerId="ADAL" clId="{C1E26B80-9E14-4479-9694-990F20F05C7F}" dt="2025-09-17T12:58:37.075" v="227" actId="47"/>
        <pc:sldMkLst>
          <pc:docMk/>
          <pc:sldMk cId="1902261105" sldId="2147482463"/>
        </pc:sldMkLst>
      </pc:sldChg>
      <pc:sldChg chg="del">
        <pc:chgData name="Yasmine AISSA" userId="c49615ed-9cc6-4a52-85fc-c583af0ddf2f" providerId="ADAL" clId="{C1E26B80-9E14-4479-9694-990F20F05C7F}" dt="2025-10-02T12:59:13.400" v="926" actId="47"/>
        <pc:sldMkLst>
          <pc:docMk/>
          <pc:sldMk cId="2789704366" sldId="2147482464"/>
        </pc:sldMkLst>
      </pc:sldChg>
      <pc:sldChg chg="del">
        <pc:chgData name="Yasmine AISSA" userId="c49615ed-9cc6-4a52-85fc-c583af0ddf2f" providerId="ADAL" clId="{C1E26B80-9E14-4479-9694-990F20F05C7F}" dt="2025-10-02T12:59:14.225" v="933" actId="47"/>
        <pc:sldMkLst>
          <pc:docMk/>
          <pc:sldMk cId="1281640377" sldId="2147482465"/>
        </pc:sldMkLst>
      </pc:sldChg>
      <pc:sldChg chg="del">
        <pc:chgData name="Yasmine AISSA" userId="c49615ed-9cc6-4a52-85fc-c583af0ddf2f" providerId="ADAL" clId="{C1E26B80-9E14-4479-9694-990F20F05C7F}" dt="2025-10-02T12:59:12.921" v="912" actId="47"/>
        <pc:sldMkLst>
          <pc:docMk/>
          <pc:sldMk cId="2260850067" sldId="2147482468"/>
        </pc:sldMkLst>
      </pc:sldChg>
      <pc:sldChg chg="del">
        <pc:chgData name="Yasmine AISSA" userId="c49615ed-9cc6-4a52-85fc-c583af0ddf2f" providerId="ADAL" clId="{C1E26B80-9E14-4479-9694-990F20F05C7F}" dt="2025-10-02T12:59:12.671" v="909" actId="47"/>
        <pc:sldMkLst>
          <pc:docMk/>
          <pc:sldMk cId="2335165579" sldId="2147482470"/>
        </pc:sldMkLst>
      </pc:sldChg>
      <pc:sldChg chg="del">
        <pc:chgData name="Yasmine AISSA" userId="c49615ed-9cc6-4a52-85fc-c583af0ddf2f" providerId="ADAL" clId="{C1E26B80-9E14-4479-9694-990F20F05C7F}" dt="2025-10-02T13:00:26.912" v="993" actId="4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C1E26B80-9E14-4479-9694-990F20F05C7F}" dt="2025-10-02T12:59:12.192" v="901" actId="4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C1E26B80-9E14-4479-9694-990F20F05C7F}" dt="2025-10-02T12:59:10.785" v="893" actId="47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C1E26B80-9E14-4479-9694-990F20F05C7F}" dt="2025-10-02T12:59:12.239" v="903" actId="47"/>
        <pc:sldMkLst>
          <pc:docMk/>
          <pc:sldMk cId="2003063576" sldId="2147482497"/>
        </pc:sldMkLst>
      </pc:sldChg>
      <pc:sldChg chg="del">
        <pc:chgData name="Yasmine AISSA" userId="c49615ed-9cc6-4a52-85fc-c583af0ddf2f" providerId="ADAL" clId="{C1E26B80-9E14-4479-9694-990F20F05C7F}" dt="2025-10-02T12:59:11.128" v="896" actId="47"/>
        <pc:sldMkLst>
          <pc:docMk/>
          <pc:sldMk cId="2901287855" sldId="2147482498"/>
        </pc:sldMkLst>
      </pc:sldChg>
      <pc:sldChg chg="del">
        <pc:chgData name="Yasmine AISSA" userId="c49615ed-9cc6-4a52-85fc-c583af0ddf2f" providerId="ADAL" clId="{C1E26B80-9E14-4479-9694-990F20F05C7F}" dt="2025-10-02T12:59:13.097" v="916" actId="47"/>
        <pc:sldMkLst>
          <pc:docMk/>
          <pc:sldMk cId="539872588" sldId="2147482499"/>
        </pc:sldMkLst>
      </pc:sldChg>
      <pc:sldChg chg="modSp add del mod">
        <pc:chgData name="Yasmine AISSA" userId="c49615ed-9cc6-4a52-85fc-c583af0ddf2f" providerId="ADAL" clId="{C1E26B80-9E14-4479-9694-990F20F05C7F}" dt="2025-10-10T12:35:18.090" v="1100" actId="47"/>
        <pc:sldMkLst>
          <pc:docMk/>
          <pc:sldMk cId="3864399978" sldId="2147482517"/>
        </pc:sldMkLst>
      </pc:sldChg>
      <pc:sldChg chg="addSp delSp modSp add del mod">
        <pc:chgData name="Yasmine AISSA" userId="c49615ed-9cc6-4a52-85fc-c583af0ddf2f" providerId="ADAL" clId="{C1E26B80-9E14-4479-9694-990F20F05C7F}" dt="2025-11-05T11:54:30.303" v="2027" actId="20577"/>
        <pc:sldMkLst>
          <pc:docMk/>
          <pc:sldMk cId="1445730063" sldId="2147482518"/>
        </pc:sldMkLst>
        <pc:spChg chg="mod">
          <ac:chgData name="Yasmine AISSA" userId="c49615ed-9cc6-4a52-85fc-c583af0ddf2f" providerId="ADAL" clId="{C1E26B80-9E14-4479-9694-990F20F05C7F}" dt="2025-11-04T14:39:53.331" v="1977" actId="20577"/>
          <ac:spMkLst>
            <pc:docMk/>
            <pc:sldMk cId="1445730063" sldId="2147482518"/>
            <ac:spMk id="2" creationId="{82BA65AD-58D6-AA95-7815-8EAC9E023D1D}"/>
          </ac:spMkLst>
        </pc:spChg>
        <pc:spChg chg="mod">
          <ac:chgData name="Yasmine AISSA" userId="c49615ed-9cc6-4a52-85fc-c583af0ddf2f" providerId="ADAL" clId="{C1E26B80-9E14-4479-9694-990F20F05C7F}" dt="2025-11-05T11:54:30.303" v="2027" actId="20577"/>
          <ac:spMkLst>
            <pc:docMk/>
            <pc:sldMk cId="1445730063" sldId="2147482518"/>
            <ac:spMk id="4" creationId="{F01A3736-64E6-8F6B-A476-D87E8F651935}"/>
          </ac:spMkLst>
        </pc:spChg>
        <pc:spChg chg="mod">
          <ac:chgData name="Yasmine AISSA" userId="c49615ed-9cc6-4a52-85fc-c583af0ddf2f" providerId="ADAL" clId="{C1E26B80-9E14-4479-9694-990F20F05C7F}" dt="2025-10-10T12:34:47.013" v="1089" actId="20577"/>
          <ac:spMkLst>
            <pc:docMk/>
            <pc:sldMk cId="1445730063" sldId="2147482518"/>
            <ac:spMk id="6" creationId="{6998B906-5A07-15E1-81E3-35AA3928E090}"/>
          </ac:spMkLst>
        </pc:spChg>
        <pc:spChg chg="mod">
          <ac:chgData name="Yasmine AISSA" userId="c49615ed-9cc6-4a52-85fc-c583af0ddf2f" providerId="ADAL" clId="{C1E26B80-9E14-4479-9694-990F20F05C7F}" dt="2025-10-10T12:34:42.134" v="1086" actId="20577"/>
          <ac:spMkLst>
            <pc:docMk/>
            <pc:sldMk cId="1445730063" sldId="2147482518"/>
            <ac:spMk id="7" creationId="{D53D10A0-ED3C-0C82-54CF-450705145693}"/>
          </ac:spMkLst>
        </pc:spChg>
        <pc:spChg chg="mod">
          <ac:chgData name="Yasmine AISSA" userId="c49615ed-9cc6-4a52-85fc-c583af0ddf2f" providerId="ADAL" clId="{C1E26B80-9E14-4479-9694-990F20F05C7F}" dt="2025-10-10T12:35:51.959" v="1145" actId="20577"/>
          <ac:spMkLst>
            <pc:docMk/>
            <pc:sldMk cId="1445730063" sldId="2147482518"/>
            <ac:spMk id="8" creationId="{9B4D0AB9-747B-8924-C53B-B7EA78D5DAB9}"/>
          </ac:spMkLst>
        </pc:spChg>
        <pc:spChg chg="add mod">
          <ac:chgData name="Yasmine AISSA" userId="c49615ed-9cc6-4a52-85fc-c583af0ddf2f" providerId="ADAL" clId="{C1E26B80-9E14-4479-9694-990F20F05C7F}" dt="2025-10-15T13:07:11.463" v="1155" actId="207"/>
          <ac:spMkLst>
            <pc:docMk/>
            <pc:sldMk cId="1445730063" sldId="2147482518"/>
            <ac:spMk id="10" creationId="{8094D693-A649-EFAF-F30C-83E1AD923031}"/>
          </ac:spMkLst>
        </pc:spChg>
        <pc:spChg chg="add mod">
          <ac:chgData name="Yasmine AISSA" userId="c49615ed-9cc6-4a52-85fc-c583af0ddf2f" providerId="ADAL" clId="{C1E26B80-9E14-4479-9694-990F20F05C7F}" dt="2025-10-15T13:07:15.800" v="1156" actId="207"/>
          <ac:spMkLst>
            <pc:docMk/>
            <pc:sldMk cId="1445730063" sldId="2147482518"/>
            <ac:spMk id="11" creationId="{1307E5D1-3D01-9F6E-8F4F-684F492E3C39}"/>
          </ac:spMkLst>
        </pc:spChg>
        <pc:spChg chg="add mod">
          <ac:chgData name="Yasmine AISSA" userId="c49615ed-9cc6-4a52-85fc-c583af0ddf2f" providerId="ADAL" clId="{C1E26B80-9E14-4479-9694-990F20F05C7F}" dt="2025-10-15T13:08:02.396" v="1166" actId="207"/>
          <ac:spMkLst>
            <pc:docMk/>
            <pc:sldMk cId="1445730063" sldId="2147482518"/>
            <ac:spMk id="12" creationId="{C12EACBC-F4AB-6ECA-AA06-32D8EB5D2D4A}"/>
          </ac:spMkLst>
        </pc:spChg>
        <pc:spChg chg="add mod">
          <ac:chgData name="Yasmine AISSA" userId="c49615ed-9cc6-4a52-85fc-c583af0ddf2f" providerId="ADAL" clId="{C1E26B80-9E14-4479-9694-990F20F05C7F}" dt="2025-10-15T13:07:54.875" v="1164" actId="207"/>
          <ac:spMkLst>
            <pc:docMk/>
            <pc:sldMk cId="1445730063" sldId="2147482518"/>
            <ac:spMk id="13" creationId="{B6AA4C82-D82C-DEFB-1F77-50AEBF9ABBCC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4" creationId="{52BC43AB-7394-6281-2CD1-63CCD1ECB037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5" creationId="{47D684F2-CC6D-B3C9-CC6C-C90B542D7D51}"/>
          </ac:spMkLst>
        </pc:spChg>
        <pc:spChg chg="add mod">
          <ac:chgData name="Yasmine AISSA" userId="c49615ed-9cc6-4a52-85fc-c583af0ddf2f" providerId="ADAL" clId="{C1E26B80-9E14-4479-9694-990F20F05C7F}" dt="2025-10-15T13:07:03.445" v="1154" actId="207"/>
          <ac:spMkLst>
            <pc:docMk/>
            <pc:sldMk cId="1445730063" sldId="2147482518"/>
            <ac:spMk id="16" creationId="{4000F295-6306-F532-959F-02D6A488AD64}"/>
          </ac:spMkLst>
        </pc:spChg>
        <pc:spChg chg="add mod">
          <ac:chgData name="Yasmine AISSA" userId="c49615ed-9cc6-4a52-85fc-c583af0ddf2f" providerId="ADAL" clId="{C1E26B80-9E14-4479-9694-990F20F05C7F}" dt="2025-10-15T13:07:58.246" v="1165" actId="207"/>
          <ac:spMkLst>
            <pc:docMk/>
            <pc:sldMk cId="1445730063" sldId="2147482518"/>
            <ac:spMk id="17" creationId="{F57C9BB7-CDB3-E71A-1F34-628958B555D6}"/>
          </ac:spMkLst>
        </pc:spChg>
        <pc:spChg chg="add mod">
          <ac:chgData name="Yasmine AISSA" userId="c49615ed-9cc6-4a52-85fc-c583af0ddf2f" providerId="ADAL" clId="{C1E26B80-9E14-4479-9694-990F20F05C7F}" dt="2025-10-31T09:18:01.528" v="1261" actId="20577"/>
          <ac:spMkLst>
            <pc:docMk/>
            <pc:sldMk cId="1445730063" sldId="2147482518"/>
            <ac:spMk id="18" creationId="{7D24B473-3441-75E9-5931-132943AE1E90}"/>
          </ac:spMkLst>
        </pc:spChg>
        <pc:spChg chg="add mod">
          <ac:chgData name="Yasmine AISSA" userId="c49615ed-9cc6-4a52-85fc-c583af0ddf2f" providerId="ADAL" clId="{C1E26B80-9E14-4479-9694-990F20F05C7F}" dt="2025-10-31T13:41:14.300" v="1265" actId="20577"/>
          <ac:spMkLst>
            <pc:docMk/>
            <pc:sldMk cId="1445730063" sldId="2147482518"/>
            <ac:spMk id="19" creationId="{ED205BDB-966C-465F-B95D-DA23463B3D4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22" creationId="{F0C0E378-238D-CF37-252B-FB9BA569A504}"/>
          </ac:spMkLst>
        </pc:spChg>
        <pc:spChg chg="mod">
          <ac:chgData name="Yasmine AISSA" userId="c49615ed-9cc6-4a52-85fc-c583af0ddf2f" providerId="ADAL" clId="{C1E26B80-9E14-4479-9694-990F20F05C7F}" dt="2025-10-10T12:34:37.371" v="1084" actId="20577"/>
          <ac:spMkLst>
            <pc:docMk/>
            <pc:sldMk cId="1445730063" sldId="2147482518"/>
            <ac:spMk id="25" creationId="{6475E2AB-25C7-A228-E7F8-948E8D49179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38" creationId="{ECFB2F85-F6B5-3541-8622-50DE6E8B0065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48" creationId="{E8B365DD-07F0-78AA-3A59-A9DE0909394B}"/>
          </ac:spMkLst>
        </pc:spChg>
        <pc:spChg chg="mod">
          <ac:chgData name="Yasmine AISSA" userId="c49615ed-9cc6-4a52-85fc-c583af0ddf2f" providerId="ADAL" clId="{C1E26B80-9E14-4479-9694-990F20F05C7F}" dt="2025-10-10T12:34:45.395" v="1088" actId="20577"/>
          <ac:spMkLst>
            <pc:docMk/>
            <pc:sldMk cId="1445730063" sldId="2147482518"/>
            <ac:spMk id="53" creationId="{E89DEFED-9F28-18CE-DD79-76C09B485721}"/>
          </ac:spMkLst>
        </pc:spChg>
      </pc:sldChg>
      <pc:sldChg chg="del">
        <pc:chgData name="Yasmine AISSA" userId="c49615ed-9cc6-4a52-85fc-c583af0ddf2f" providerId="ADAL" clId="{C1E26B80-9E14-4479-9694-990F20F05C7F}" dt="2025-10-02T12:59:15.802" v="937" actId="47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C1E26B80-9E14-4479-9694-990F20F05C7F}" dt="2025-10-02T12:59:14.395" v="934" actId="47"/>
        <pc:sldMkLst>
          <pc:docMk/>
          <pc:sldMk cId="3387351838" sldId="2147482530"/>
        </pc:sldMkLst>
      </pc:sldChg>
      <pc:sldChg chg="modSp add del mod">
        <pc:chgData name="Yasmine AISSA" userId="c49615ed-9cc6-4a52-85fc-c583af0ddf2f" providerId="ADAL" clId="{C1E26B80-9E14-4479-9694-990F20F05C7F}" dt="2025-10-10T12:35:18.648" v="1101" actId="47"/>
        <pc:sldMkLst>
          <pc:docMk/>
          <pc:sldMk cId="1683726170" sldId="2147482532"/>
        </pc:sldMkLst>
      </pc:sldChg>
      <pc:sldChg chg="addSp delSp modSp add mod">
        <pc:chgData name="Yasmine AISSA" userId="c49615ed-9cc6-4a52-85fc-c583af0ddf2f" providerId="ADAL" clId="{C1E26B80-9E14-4479-9694-990F20F05C7F}" dt="2025-11-05T11:54:24.312" v="2021" actId="20577"/>
        <pc:sldMkLst>
          <pc:docMk/>
          <pc:sldMk cId="277286655" sldId="2147482533"/>
        </pc:sldMkLst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3" creationId="{2FD611A0-15EF-B4EF-4E1D-9A9A44C26706}"/>
          </ac:spMkLst>
        </pc:spChg>
        <pc:spChg chg="mod">
          <ac:chgData name="Yasmine AISSA" userId="c49615ed-9cc6-4a52-85fc-c583af0ddf2f" providerId="ADAL" clId="{C1E26B80-9E14-4479-9694-990F20F05C7F}" dt="2025-11-05T11:54:24.312" v="2021" actId="20577"/>
          <ac:spMkLst>
            <pc:docMk/>
            <pc:sldMk cId="277286655" sldId="2147482533"/>
            <ac:spMk id="4" creationId="{605C4F24-C0D3-D8A4-4A07-09025D3625B0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6" creationId="{0487D19F-1836-F7C5-AA3C-70B83B12E70C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7" creationId="{F78BFECA-35A7-3952-D0D3-4C4790A3BA0D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9" creationId="{8891686C-ABAD-70A6-7C59-37E44BF72CC3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1" creationId="{50EE8C1B-8817-6191-CEAA-7BD203323ED3}"/>
          </ac:spMkLst>
        </pc:spChg>
        <pc:spChg chg="mod">
          <ac:chgData name="Yasmine AISSA" userId="c49615ed-9cc6-4a52-85fc-c583af0ddf2f" providerId="ADAL" clId="{C1E26B80-9E14-4479-9694-990F20F05C7F}" dt="2025-10-10T12:33:21.756" v="1067" actId="20577"/>
          <ac:spMkLst>
            <pc:docMk/>
            <pc:sldMk cId="277286655" sldId="2147482533"/>
            <ac:spMk id="12" creationId="{15EB093F-3859-DD65-1AEA-C6212D612C79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3" creationId="{8DFB0924-12AC-F997-0B77-A4FAD0987D96}"/>
          </ac:spMkLst>
        </pc:spChg>
        <pc:spChg chg="mod">
          <ac:chgData name="Yasmine AISSA" userId="c49615ed-9cc6-4a52-85fc-c583af0ddf2f" providerId="ADAL" clId="{C1E26B80-9E14-4479-9694-990F20F05C7F}" dt="2025-10-10T12:33:17.624" v="1065" actId="20577"/>
          <ac:spMkLst>
            <pc:docMk/>
            <pc:sldMk cId="277286655" sldId="2147482533"/>
            <ac:spMk id="14" creationId="{434DF538-E9F0-0B44-F589-4C4181D1DC85}"/>
          </ac:spMkLst>
        </pc:spChg>
        <pc:spChg chg="mod">
          <ac:chgData name="Yasmine AISSA" userId="c49615ed-9cc6-4a52-85fc-c583af0ddf2f" providerId="ADAL" clId="{C1E26B80-9E14-4479-9694-990F20F05C7F}" dt="2025-10-10T12:33:23.899" v="1068" actId="20577"/>
          <ac:spMkLst>
            <pc:docMk/>
            <pc:sldMk cId="277286655" sldId="2147482533"/>
            <ac:spMk id="18" creationId="{0864B921-D628-B035-C269-AF31B6F214E2}"/>
          </ac:spMkLst>
        </pc:spChg>
        <pc:spChg chg="mod">
          <ac:chgData name="Yasmine AISSA" userId="c49615ed-9cc6-4a52-85fc-c583af0ddf2f" providerId="ADAL" clId="{C1E26B80-9E14-4479-9694-990F20F05C7F}" dt="2025-10-10T12:33:26.215" v="1069" actId="20577"/>
          <ac:spMkLst>
            <pc:docMk/>
            <pc:sldMk cId="277286655" sldId="2147482533"/>
            <ac:spMk id="20" creationId="{9B7B3ABC-6992-3752-38B4-91E939E95DE2}"/>
          </ac:spMkLst>
        </pc:spChg>
        <pc:spChg chg="mod">
          <ac:chgData name="Yasmine AISSA" userId="c49615ed-9cc6-4a52-85fc-c583af0ddf2f" providerId="ADAL" clId="{C1E26B80-9E14-4479-9694-990F20F05C7F}" dt="2025-10-10T12:33:28.189" v="1070" actId="20577"/>
          <ac:spMkLst>
            <pc:docMk/>
            <pc:sldMk cId="277286655" sldId="2147482533"/>
            <ac:spMk id="21" creationId="{05145C4F-87FD-E168-A336-D1720BED76AB}"/>
          </ac:spMkLst>
        </pc:spChg>
        <pc:spChg chg="mod">
          <ac:chgData name="Yasmine AISSA" userId="c49615ed-9cc6-4a52-85fc-c583af0ddf2f" providerId="ADAL" clId="{C1E26B80-9E14-4479-9694-990F20F05C7F}" dt="2025-11-04T14:39:48.134" v="1976" actId="20577"/>
          <ac:spMkLst>
            <pc:docMk/>
            <pc:sldMk cId="277286655" sldId="2147482533"/>
            <ac:spMk id="22" creationId="{3F0C018C-4817-0181-3947-A844488E1C3B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23" creationId="{BF7B5E32-AC53-FF22-17C2-62CD54BC61BA}"/>
          </ac:spMkLst>
        </pc:spChg>
        <pc:spChg chg="mod">
          <ac:chgData name="Yasmine AISSA" userId="c49615ed-9cc6-4a52-85fc-c583af0ddf2f" providerId="ADAL" clId="{C1E26B80-9E14-4479-9694-990F20F05C7F}" dt="2025-10-10T12:33:30.271" v="1071" actId="20577"/>
          <ac:spMkLst>
            <pc:docMk/>
            <pc:sldMk cId="277286655" sldId="2147482533"/>
            <ac:spMk id="24" creationId="{B3D83494-E176-ED6E-7A8D-E990E1DE6604}"/>
          </ac:spMkLst>
        </pc:spChg>
        <pc:spChg chg="add mod">
          <ac:chgData name="Yasmine AISSA" userId="c49615ed-9cc6-4a52-85fc-c583af0ddf2f" providerId="ADAL" clId="{C1E26B80-9E14-4479-9694-990F20F05C7F}" dt="2025-10-17T07:42:51.203" v="1169" actId="14100"/>
          <ac:spMkLst>
            <pc:docMk/>
            <pc:sldMk cId="277286655" sldId="2147482533"/>
            <ac:spMk id="25" creationId="{CAA6D7A8-92F7-0AFD-DF8E-D060716EE594}"/>
          </ac:spMkLst>
        </pc:spChg>
        <pc:spChg chg="mod">
          <ac:chgData name="Yasmine AISSA" userId="c49615ed-9cc6-4a52-85fc-c583af0ddf2f" providerId="ADAL" clId="{C1E26B80-9E14-4479-9694-990F20F05C7F}" dt="2025-10-17T07:42:58.996" v="1171" actId="14100"/>
          <ac:spMkLst>
            <pc:docMk/>
            <pc:sldMk cId="277286655" sldId="2147482533"/>
            <ac:spMk id="26" creationId="{EC5DF12C-6ADE-ED2F-A129-E1124BB014E2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7" creationId="{36B8C32A-10F3-AABC-47C3-F57F9790D536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8" creationId="{28F645B7-87F0-063E-C7B7-0E7204423537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9" creationId="{58548204-8463-017A-5B00-A150C1ACE85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0" creationId="{972E7E6F-B8DA-80BB-0979-A84CE5A38F1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1" creationId="{DD34F4E2-18A7-A3E6-AC08-68098503A2B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2" creationId="{0331207E-2426-D839-E53D-7F7202CEC9FF}"/>
          </ac:spMkLst>
        </pc:spChg>
        <pc:spChg chg="add mod">
          <ac:chgData name="Yasmine AISSA" userId="c49615ed-9cc6-4a52-85fc-c583af0ddf2f" providerId="ADAL" clId="{C1E26B80-9E14-4479-9694-990F20F05C7F}" dt="2025-10-17T07:42:53.732" v="1170" actId="14100"/>
          <ac:spMkLst>
            <pc:docMk/>
            <pc:sldMk cId="277286655" sldId="2147482533"/>
            <ac:spMk id="33" creationId="{50C04745-4579-1D45-4641-64DEAF39FF0D}"/>
          </ac:spMkLst>
        </pc:spChg>
        <pc:spChg chg="add mod">
          <ac:chgData name="Yasmine AISSA" userId="c49615ed-9cc6-4a52-85fc-c583af0ddf2f" providerId="ADAL" clId="{C1E26B80-9E14-4479-9694-990F20F05C7F}" dt="2025-10-17T07:43:12.889" v="1174" actId="14100"/>
          <ac:spMkLst>
            <pc:docMk/>
            <pc:sldMk cId="277286655" sldId="2147482533"/>
            <ac:spMk id="34" creationId="{44FBCC95-45D7-55B5-0FF0-33FE36C06E29}"/>
          </ac:spMkLst>
        </pc:spChg>
        <pc:spChg chg="add mod">
          <ac:chgData name="Yasmine AISSA" userId="c49615ed-9cc6-4a52-85fc-c583af0ddf2f" providerId="ADAL" clId="{C1E26B80-9E14-4479-9694-990F20F05C7F}" dt="2025-10-17T13:03:14.428" v="1242" actId="1036"/>
          <ac:spMkLst>
            <pc:docMk/>
            <pc:sldMk cId="277286655" sldId="2147482533"/>
            <ac:spMk id="37" creationId="{A689E069-C1D1-30F8-8A68-11B873A785A4}"/>
          </ac:spMkLst>
        </pc:spChg>
        <pc:spChg chg="mod">
          <ac:chgData name="Yasmine AISSA" userId="c49615ed-9cc6-4a52-85fc-c583af0ddf2f" providerId="ADAL" clId="{C1E26B80-9E14-4479-9694-990F20F05C7F}" dt="2025-10-10T12:33:20.119" v="1066" actId="20577"/>
          <ac:spMkLst>
            <pc:docMk/>
            <pc:sldMk cId="277286655" sldId="2147482533"/>
            <ac:spMk id="52" creationId="{13F455FD-E88D-7405-991E-37B0C6E19242}"/>
          </ac:spMkLst>
        </pc:spChg>
        <pc:spChg chg="mod">
          <ac:chgData name="Yasmine AISSA" userId="c49615ed-9cc6-4a52-85fc-c583af0ddf2f" providerId="ADAL" clId="{C1E26B80-9E14-4479-9694-990F20F05C7F}" dt="2025-10-10T12:36:04.572" v="1146" actId="20577"/>
          <ac:spMkLst>
            <pc:docMk/>
            <pc:sldMk cId="277286655" sldId="2147482533"/>
            <ac:spMk id="56" creationId="{382BC159-8C69-90AA-C743-30D6C1510E82}"/>
          </ac:spMkLst>
        </pc:spChg>
      </pc:sldChg>
      <pc:sldChg chg="new del">
        <pc:chgData name="Yasmine AISSA" userId="c49615ed-9cc6-4a52-85fc-c583af0ddf2f" providerId="ADAL" clId="{C1E26B80-9E14-4479-9694-990F20F05C7F}" dt="2025-11-05T11:53:44.383" v="2003" actId="680"/>
        <pc:sldMkLst>
          <pc:docMk/>
          <pc:sldMk cId="532234661" sldId="2147482534"/>
        </pc:sldMkLst>
      </pc:sldChg>
      <pc:sldChg chg="modSp add mod">
        <pc:chgData name="Yasmine AISSA" userId="c49615ed-9cc6-4a52-85fc-c583af0ddf2f" providerId="ADAL" clId="{C1E26B80-9E14-4479-9694-990F20F05C7F}" dt="2025-11-05T11:59:30.681" v="2060" actId="20577"/>
        <pc:sldMkLst>
          <pc:docMk/>
          <pc:sldMk cId="2211946379" sldId="2147482534"/>
        </pc:sldMkLst>
        <pc:spChg chg="mod">
          <ac:chgData name="Yasmine AISSA" userId="c49615ed-9cc6-4a52-85fc-c583af0ddf2f" providerId="ADAL" clId="{C1E26B80-9E14-4479-9694-990F20F05C7F}" dt="2025-11-05T11:59:30.681" v="2060" actId="20577"/>
          <ac:spMkLst>
            <pc:docMk/>
            <pc:sldMk cId="2211946379" sldId="2147482534"/>
            <ac:spMk id="4" creationId="{F537E2B3-6DAC-8270-12B6-A30C0B998818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5.840" v="1992" actId="47"/>
        <pc:sldMkLst>
          <pc:docMk/>
          <pc:sldMk cId="2775542638" sldId="2147482534"/>
        </pc:sldMkLst>
        <pc:spChg chg="mod">
          <ac:chgData name="Yasmine AISSA" userId="c49615ed-9cc6-4a52-85fc-c583af0ddf2f" providerId="ADAL" clId="{C1E26B80-9E14-4479-9694-990F20F05C7F}" dt="2025-11-04T14:37:25.071" v="1760" actId="20577"/>
          <ac:spMkLst>
            <pc:docMk/>
            <pc:sldMk cId="2775542638" sldId="2147482534"/>
            <ac:spMk id="4" creationId="{87C15B7A-A756-EA84-FDBD-69B5FC3C705D}"/>
          </ac:spMkLst>
        </pc:spChg>
        <pc:spChg chg="mod">
          <ac:chgData name="Yasmine AISSA" userId="c49615ed-9cc6-4a52-85fc-c583af0ddf2f" providerId="ADAL" clId="{C1E26B80-9E14-4479-9694-990F20F05C7F}" dt="2025-11-04T14:39:56.807" v="1978" actId="20577"/>
          <ac:spMkLst>
            <pc:docMk/>
            <pc:sldMk cId="2775542638" sldId="2147482534"/>
            <ac:spMk id="22" creationId="{91C938DA-03F5-3ADB-812A-D80FA91C069B}"/>
          </ac:spMkLst>
        </pc:spChg>
      </pc:sldChg>
      <pc:sldChg chg="del">
        <pc:chgData name="Yasmine AISSA" userId="c49615ed-9cc6-4a52-85fc-c583af0ddf2f" providerId="ADAL" clId="{C1E26B80-9E14-4479-9694-990F20F05C7F}" dt="2025-09-17T10:35:34.525" v="101" actId="47"/>
        <pc:sldMkLst>
          <pc:docMk/>
          <pc:sldMk cId="2913223353" sldId="2147482534"/>
        </pc:sldMkLst>
      </pc:sldChg>
      <pc:sldChg chg="modSp add mod">
        <pc:chgData name="Yasmine AISSA" userId="c49615ed-9cc6-4a52-85fc-c583af0ddf2f" providerId="ADAL" clId="{C1E26B80-9E14-4479-9694-990F20F05C7F}" dt="2025-11-05T11:59:35.648" v="2063" actId="20577"/>
        <pc:sldMkLst>
          <pc:docMk/>
          <pc:sldMk cId="820876252" sldId="2147482535"/>
        </pc:sldMkLst>
        <pc:spChg chg="mod">
          <ac:chgData name="Yasmine AISSA" userId="c49615ed-9cc6-4a52-85fc-c583af0ddf2f" providerId="ADAL" clId="{C1E26B80-9E14-4479-9694-990F20F05C7F}" dt="2025-11-05T11:59:35.648" v="2063" actId="20577"/>
          <ac:spMkLst>
            <pc:docMk/>
            <pc:sldMk cId="820876252" sldId="2147482535"/>
            <ac:spMk id="4" creationId="{B189ECAB-D326-EE9F-272B-7406DF1CEB5F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5.840" v="1992" actId="47"/>
        <pc:sldMkLst>
          <pc:docMk/>
          <pc:sldMk cId="3928151762" sldId="2147482535"/>
        </pc:sldMkLst>
        <pc:spChg chg="mod">
          <ac:chgData name="Yasmine AISSA" userId="c49615ed-9cc6-4a52-85fc-c583af0ddf2f" providerId="ADAL" clId="{C1E26B80-9E14-4479-9694-990F20F05C7F}" dt="2025-11-04T14:40:00.038" v="1979" actId="20577"/>
          <ac:spMkLst>
            <pc:docMk/>
            <pc:sldMk cId="3928151762" sldId="2147482535"/>
            <ac:spMk id="2" creationId="{A62987D4-DE86-DB8A-42E2-4DA007EBEBA2}"/>
          </ac:spMkLst>
        </pc:spChg>
        <pc:spChg chg="mod">
          <ac:chgData name="Yasmine AISSA" userId="c49615ed-9cc6-4a52-85fc-c583af0ddf2f" providerId="ADAL" clId="{C1E26B80-9E14-4479-9694-990F20F05C7F}" dt="2025-11-04T14:37:30.878" v="1775" actId="20577"/>
          <ac:spMkLst>
            <pc:docMk/>
            <pc:sldMk cId="3928151762" sldId="2147482535"/>
            <ac:spMk id="4" creationId="{0CD511E5-95F9-CE83-94CE-A1010F728D38}"/>
          </ac:spMkLst>
        </pc:spChg>
      </pc:sldChg>
      <pc:sldChg chg="modSp add mod">
        <pc:chgData name="Yasmine AISSA" userId="c49615ed-9cc6-4a52-85fc-c583af0ddf2f" providerId="ADAL" clId="{C1E26B80-9E14-4479-9694-990F20F05C7F}" dt="2025-11-05T11:59:43.243" v="2072" actId="20577"/>
        <pc:sldMkLst>
          <pc:docMk/>
          <pc:sldMk cId="3535995893" sldId="2147482536"/>
        </pc:sldMkLst>
        <pc:spChg chg="mod">
          <ac:chgData name="Yasmine AISSA" userId="c49615ed-9cc6-4a52-85fc-c583af0ddf2f" providerId="ADAL" clId="{C1E26B80-9E14-4479-9694-990F20F05C7F}" dt="2025-11-05T11:59:43.243" v="2072" actId="20577"/>
          <ac:spMkLst>
            <pc:docMk/>
            <pc:sldMk cId="3535995893" sldId="2147482536"/>
            <ac:spMk id="4" creationId="{952B8A46-4CD3-FFC4-088D-A5238DAF1104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5.840" v="1992" actId="47"/>
        <pc:sldMkLst>
          <pc:docMk/>
          <pc:sldMk cId="4266084981" sldId="2147482536"/>
        </pc:sldMkLst>
        <pc:spChg chg="mod">
          <ac:chgData name="Yasmine AISSA" userId="c49615ed-9cc6-4a52-85fc-c583af0ddf2f" providerId="ADAL" clId="{C1E26B80-9E14-4479-9694-990F20F05C7F}" dt="2025-11-04T14:37:42.832" v="1791" actId="20577"/>
          <ac:spMkLst>
            <pc:docMk/>
            <pc:sldMk cId="4266084981" sldId="2147482536"/>
            <ac:spMk id="4" creationId="{B4C15374-82F5-2DD8-FDCC-947A378FF87E}"/>
          </ac:spMkLst>
        </pc:spChg>
        <pc:spChg chg="mod">
          <ac:chgData name="Yasmine AISSA" userId="c49615ed-9cc6-4a52-85fc-c583af0ddf2f" providerId="ADAL" clId="{C1E26B80-9E14-4479-9694-990F20F05C7F}" dt="2025-11-04T14:40:03.496" v="1980" actId="20577"/>
          <ac:spMkLst>
            <pc:docMk/>
            <pc:sldMk cId="4266084981" sldId="2147482536"/>
            <ac:spMk id="22" creationId="{F972D801-6A2E-1501-B465-BC8B69F4290A}"/>
          </ac:spMkLst>
        </pc:spChg>
      </pc:sldChg>
      <pc:sldChg chg="modSp add mod">
        <pc:chgData name="Yasmine AISSA" userId="c49615ed-9cc6-4a52-85fc-c583af0ddf2f" providerId="ADAL" clId="{C1E26B80-9E14-4479-9694-990F20F05C7F}" dt="2025-11-05T11:59:49.940" v="2079" actId="20577"/>
        <pc:sldMkLst>
          <pc:docMk/>
          <pc:sldMk cId="1009056291" sldId="2147482537"/>
        </pc:sldMkLst>
        <pc:spChg chg="mod">
          <ac:chgData name="Yasmine AISSA" userId="c49615ed-9cc6-4a52-85fc-c583af0ddf2f" providerId="ADAL" clId="{C1E26B80-9E14-4479-9694-990F20F05C7F}" dt="2025-11-05T11:59:49.940" v="2079" actId="20577"/>
          <ac:spMkLst>
            <pc:docMk/>
            <pc:sldMk cId="1009056291" sldId="2147482537"/>
            <ac:spMk id="4" creationId="{9515E55C-E7DD-E332-1E37-39D04FB51199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5.840" v="1992" actId="47"/>
        <pc:sldMkLst>
          <pc:docMk/>
          <pc:sldMk cId="3085822655" sldId="2147482537"/>
        </pc:sldMkLst>
        <pc:spChg chg="mod">
          <ac:chgData name="Yasmine AISSA" userId="c49615ed-9cc6-4a52-85fc-c583af0ddf2f" providerId="ADAL" clId="{C1E26B80-9E14-4479-9694-990F20F05C7F}" dt="2025-11-04T14:40:07.860" v="1981" actId="20577"/>
          <ac:spMkLst>
            <pc:docMk/>
            <pc:sldMk cId="3085822655" sldId="2147482537"/>
            <ac:spMk id="2" creationId="{1BE9AB41-AA15-BD13-AD53-B4946837A216}"/>
          </ac:spMkLst>
        </pc:spChg>
        <pc:spChg chg="mod">
          <ac:chgData name="Yasmine AISSA" userId="c49615ed-9cc6-4a52-85fc-c583af0ddf2f" providerId="ADAL" clId="{C1E26B80-9E14-4479-9694-990F20F05C7F}" dt="2025-11-04T14:37:52.102" v="1807" actId="20577"/>
          <ac:spMkLst>
            <pc:docMk/>
            <pc:sldMk cId="3085822655" sldId="2147482537"/>
            <ac:spMk id="4" creationId="{CFEB52AD-5CB4-71C2-9E75-6E11E5D01AB5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5.840" v="1992" actId="47"/>
        <pc:sldMkLst>
          <pc:docMk/>
          <pc:sldMk cId="829187157" sldId="2147482538"/>
        </pc:sldMkLst>
        <pc:spChg chg="mod">
          <ac:chgData name="Yasmine AISSA" userId="c49615ed-9cc6-4a52-85fc-c583af0ddf2f" providerId="ADAL" clId="{C1E26B80-9E14-4479-9694-990F20F05C7F}" dt="2025-11-04T14:37:58.949" v="1825" actId="20577"/>
          <ac:spMkLst>
            <pc:docMk/>
            <pc:sldMk cId="829187157" sldId="2147482538"/>
            <ac:spMk id="4" creationId="{DC4BF21F-C898-35CC-DE07-4BA9F8A711F8}"/>
          </ac:spMkLst>
        </pc:spChg>
        <pc:spChg chg="mod">
          <ac:chgData name="Yasmine AISSA" userId="c49615ed-9cc6-4a52-85fc-c583af0ddf2f" providerId="ADAL" clId="{C1E26B80-9E14-4479-9694-990F20F05C7F}" dt="2025-11-04T14:40:11.564" v="1982" actId="20577"/>
          <ac:spMkLst>
            <pc:docMk/>
            <pc:sldMk cId="829187157" sldId="2147482538"/>
            <ac:spMk id="22" creationId="{1C6F3E8E-84F8-B289-7F02-ED9582E8D020}"/>
          </ac:spMkLst>
        </pc:spChg>
      </pc:sldChg>
      <pc:sldChg chg="modSp add mod">
        <pc:chgData name="Yasmine AISSA" userId="c49615ed-9cc6-4a52-85fc-c583af0ddf2f" providerId="ADAL" clId="{C1E26B80-9E14-4479-9694-990F20F05C7F}" dt="2025-11-05T11:59:55.427" v="2083" actId="20577"/>
        <pc:sldMkLst>
          <pc:docMk/>
          <pc:sldMk cId="1284033824" sldId="2147482538"/>
        </pc:sldMkLst>
        <pc:spChg chg="mod">
          <ac:chgData name="Yasmine AISSA" userId="c49615ed-9cc6-4a52-85fc-c583af0ddf2f" providerId="ADAL" clId="{C1E26B80-9E14-4479-9694-990F20F05C7F}" dt="2025-11-05T11:59:55.427" v="2083" actId="20577"/>
          <ac:spMkLst>
            <pc:docMk/>
            <pc:sldMk cId="1284033824" sldId="2147482538"/>
            <ac:spMk id="4" creationId="{FBF32028-9EDA-20C0-8558-B5432A653015}"/>
          </ac:spMkLst>
        </pc:spChg>
      </pc:sldChg>
      <pc:sldChg chg="modSp add mod">
        <pc:chgData name="Yasmine AISSA" userId="c49615ed-9cc6-4a52-85fc-c583af0ddf2f" providerId="ADAL" clId="{C1E26B80-9E14-4479-9694-990F20F05C7F}" dt="2025-11-05T11:59:59.734" v="2087" actId="20577"/>
        <pc:sldMkLst>
          <pc:docMk/>
          <pc:sldMk cId="886951151" sldId="2147482539"/>
        </pc:sldMkLst>
        <pc:spChg chg="mod">
          <ac:chgData name="Yasmine AISSA" userId="c49615ed-9cc6-4a52-85fc-c583af0ddf2f" providerId="ADAL" clId="{C1E26B80-9E14-4479-9694-990F20F05C7F}" dt="2025-11-05T11:59:59.734" v="2087" actId="20577"/>
          <ac:spMkLst>
            <pc:docMk/>
            <pc:sldMk cId="886951151" sldId="2147482539"/>
            <ac:spMk id="4" creationId="{B74AD3C0-0897-B60F-ECD2-40A2327202EE}"/>
          </ac:spMkLst>
        </pc:spChg>
      </pc:sldChg>
      <pc:sldChg chg="del">
        <pc:chgData name="Yasmine AISSA" userId="c49615ed-9cc6-4a52-85fc-c583af0ddf2f" providerId="ADAL" clId="{C1E26B80-9E14-4479-9694-990F20F05C7F}" dt="2025-09-17T13:16:10.388" v="285" actId="47"/>
        <pc:sldMkLst>
          <pc:docMk/>
          <pc:sldMk cId="1249032153" sldId="2147482539"/>
        </pc:sldMkLst>
      </pc:sldChg>
      <pc:sldChg chg="modSp add del mod">
        <pc:chgData name="Yasmine AISSA" userId="c49615ed-9cc6-4a52-85fc-c583af0ddf2f" providerId="ADAL" clId="{C1E26B80-9E14-4479-9694-990F20F05C7F}" dt="2025-11-05T11:53:37.454" v="1993" actId="47"/>
        <pc:sldMkLst>
          <pc:docMk/>
          <pc:sldMk cId="2758996903" sldId="2147482539"/>
        </pc:sldMkLst>
        <pc:spChg chg="mod">
          <ac:chgData name="Yasmine AISSA" userId="c49615ed-9cc6-4a52-85fc-c583af0ddf2f" providerId="ADAL" clId="{C1E26B80-9E14-4479-9694-990F20F05C7F}" dt="2025-11-04T14:40:14.937" v="1983" actId="20577"/>
          <ac:spMkLst>
            <pc:docMk/>
            <pc:sldMk cId="2758996903" sldId="2147482539"/>
            <ac:spMk id="2" creationId="{1C5215D2-3286-C70D-1BBC-DD5A585FA5A9}"/>
          </ac:spMkLst>
        </pc:spChg>
        <pc:spChg chg="mod">
          <ac:chgData name="Yasmine AISSA" userId="c49615ed-9cc6-4a52-85fc-c583af0ddf2f" providerId="ADAL" clId="{C1E26B80-9E14-4479-9694-990F20F05C7F}" dt="2025-11-04T14:38:04.850" v="1843" actId="20577"/>
          <ac:spMkLst>
            <pc:docMk/>
            <pc:sldMk cId="2758996903" sldId="2147482539"/>
            <ac:spMk id="4" creationId="{B0CB3F5B-5D57-A5C1-4986-5D922503F8C5}"/>
          </ac:spMkLst>
        </pc:spChg>
      </pc:sldChg>
      <pc:sldChg chg="modSp add mod">
        <pc:chgData name="Yasmine AISSA" userId="c49615ed-9cc6-4a52-85fc-c583af0ddf2f" providerId="ADAL" clId="{C1E26B80-9E14-4479-9694-990F20F05C7F}" dt="2025-11-05T12:00:04.799" v="2091" actId="20577"/>
        <pc:sldMkLst>
          <pc:docMk/>
          <pc:sldMk cId="2772961679" sldId="2147482540"/>
        </pc:sldMkLst>
        <pc:spChg chg="mod">
          <ac:chgData name="Yasmine AISSA" userId="c49615ed-9cc6-4a52-85fc-c583af0ddf2f" providerId="ADAL" clId="{C1E26B80-9E14-4479-9694-990F20F05C7F}" dt="2025-11-05T12:00:04.799" v="2091" actId="20577"/>
          <ac:spMkLst>
            <pc:docMk/>
            <pc:sldMk cId="2772961679" sldId="2147482540"/>
            <ac:spMk id="4" creationId="{2EDA5CA6-16CD-21DB-0DC3-B5C2B21C4E49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7.661" v="1994" actId="47"/>
        <pc:sldMkLst>
          <pc:docMk/>
          <pc:sldMk cId="4224546163" sldId="2147482540"/>
        </pc:sldMkLst>
        <pc:spChg chg="mod">
          <ac:chgData name="Yasmine AISSA" userId="c49615ed-9cc6-4a52-85fc-c583af0ddf2f" providerId="ADAL" clId="{C1E26B80-9E14-4479-9694-990F20F05C7F}" dt="2025-11-04T14:38:20.217" v="1860" actId="20577"/>
          <ac:spMkLst>
            <pc:docMk/>
            <pc:sldMk cId="4224546163" sldId="2147482540"/>
            <ac:spMk id="4" creationId="{409104C2-75F7-63E8-9CE8-29A64C554ACB}"/>
          </ac:spMkLst>
        </pc:spChg>
        <pc:spChg chg="mod">
          <ac:chgData name="Yasmine AISSA" userId="c49615ed-9cc6-4a52-85fc-c583af0ddf2f" providerId="ADAL" clId="{C1E26B80-9E14-4479-9694-990F20F05C7F}" dt="2025-11-04T14:40:18.800" v="1984" actId="20577"/>
          <ac:spMkLst>
            <pc:docMk/>
            <pc:sldMk cId="4224546163" sldId="2147482540"/>
            <ac:spMk id="22" creationId="{9E3108B5-4ECD-3068-7561-BFAA6A42CCB8}"/>
          </ac:spMkLst>
        </pc:spChg>
      </pc:sldChg>
      <pc:sldChg chg="modSp add mod">
        <pc:chgData name="Yasmine AISSA" userId="c49615ed-9cc6-4a52-85fc-c583af0ddf2f" providerId="ADAL" clId="{C1E26B80-9E14-4479-9694-990F20F05C7F}" dt="2025-11-05T12:00:09.363" v="2095" actId="20577"/>
        <pc:sldMkLst>
          <pc:docMk/>
          <pc:sldMk cId="118695755" sldId="2147482541"/>
        </pc:sldMkLst>
        <pc:spChg chg="mod">
          <ac:chgData name="Yasmine AISSA" userId="c49615ed-9cc6-4a52-85fc-c583af0ddf2f" providerId="ADAL" clId="{C1E26B80-9E14-4479-9694-990F20F05C7F}" dt="2025-11-05T12:00:09.363" v="2095" actId="20577"/>
          <ac:spMkLst>
            <pc:docMk/>
            <pc:sldMk cId="118695755" sldId="2147482541"/>
            <ac:spMk id="4" creationId="{FC8A1931-D6EC-C2F3-A49F-E1701FA1272C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7.870" v="1995" actId="47"/>
        <pc:sldMkLst>
          <pc:docMk/>
          <pc:sldMk cId="2006679264" sldId="2147482541"/>
        </pc:sldMkLst>
        <pc:spChg chg="mod">
          <ac:chgData name="Yasmine AISSA" userId="c49615ed-9cc6-4a52-85fc-c583af0ddf2f" providerId="ADAL" clId="{C1E26B80-9E14-4479-9694-990F20F05C7F}" dt="2025-11-04T14:40:21.799" v="1985" actId="20577"/>
          <ac:spMkLst>
            <pc:docMk/>
            <pc:sldMk cId="2006679264" sldId="2147482541"/>
            <ac:spMk id="2" creationId="{AAC56B3D-76C6-98B1-69E1-B58C0F922881}"/>
          </ac:spMkLst>
        </pc:spChg>
        <pc:spChg chg="mod">
          <ac:chgData name="Yasmine AISSA" userId="c49615ed-9cc6-4a52-85fc-c583af0ddf2f" providerId="ADAL" clId="{C1E26B80-9E14-4479-9694-990F20F05C7F}" dt="2025-11-04T09:03:29.347" v="1423" actId="14100"/>
          <ac:spMkLst>
            <pc:docMk/>
            <pc:sldMk cId="2006679264" sldId="2147482541"/>
            <ac:spMk id="3" creationId="{42989D8A-A01D-0C75-FD31-8211C46A69F3}"/>
          </ac:spMkLst>
        </pc:spChg>
        <pc:spChg chg="mod">
          <ac:chgData name="Yasmine AISSA" userId="c49615ed-9cc6-4a52-85fc-c583af0ddf2f" providerId="ADAL" clId="{C1E26B80-9E14-4479-9694-990F20F05C7F}" dt="2025-11-04T14:38:27.259" v="1873" actId="20577"/>
          <ac:spMkLst>
            <pc:docMk/>
            <pc:sldMk cId="2006679264" sldId="2147482541"/>
            <ac:spMk id="4" creationId="{F898319D-0049-CCDD-B4E4-FE1E3F939463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8.045" v="1996" actId="47"/>
        <pc:sldMkLst>
          <pc:docMk/>
          <pc:sldMk cId="1180136620" sldId="2147482542"/>
        </pc:sldMkLst>
        <pc:spChg chg="mod">
          <ac:chgData name="Yasmine AISSA" userId="c49615ed-9cc6-4a52-85fc-c583af0ddf2f" providerId="ADAL" clId="{C1E26B80-9E14-4479-9694-990F20F05C7F}" dt="2025-11-04T14:38:34.740" v="1887" actId="20577"/>
          <ac:spMkLst>
            <pc:docMk/>
            <pc:sldMk cId="1180136620" sldId="2147482542"/>
            <ac:spMk id="4" creationId="{556F2DE7-F555-0F08-6366-8C097F6D7B85}"/>
          </ac:spMkLst>
        </pc:spChg>
        <pc:spChg chg="mod">
          <ac:chgData name="Yasmine AISSA" userId="c49615ed-9cc6-4a52-85fc-c583af0ddf2f" providerId="ADAL" clId="{C1E26B80-9E14-4479-9694-990F20F05C7F}" dt="2025-11-04T14:40:25.504" v="1986" actId="20577"/>
          <ac:spMkLst>
            <pc:docMk/>
            <pc:sldMk cId="1180136620" sldId="2147482542"/>
            <ac:spMk id="22" creationId="{E581AC9E-9870-7A11-C3CB-2825AB54B244}"/>
          </ac:spMkLst>
        </pc:spChg>
      </pc:sldChg>
      <pc:sldChg chg="modSp add mod">
        <pc:chgData name="Yasmine AISSA" userId="c49615ed-9cc6-4a52-85fc-c583af0ddf2f" providerId="ADAL" clId="{C1E26B80-9E14-4479-9694-990F20F05C7F}" dt="2025-11-05T12:00:17.494" v="2108" actId="20577"/>
        <pc:sldMkLst>
          <pc:docMk/>
          <pc:sldMk cId="1736153205" sldId="2147482542"/>
        </pc:sldMkLst>
        <pc:spChg chg="mod">
          <ac:chgData name="Yasmine AISSA" userId="c49615ed-9cc6-4a52-85fc-c583af0ddf2f" providerId="ADAL" clId="{C1E26B80-9E14-4479-9694-990F20F05C7F}" dt="2025-11-05T12:00:17.494" v="2108" actId="20577"/>
          <ac:spMkLst>
            <pc:docMk/>
            <pc:sldMk cId="1736153205" sldId="2147482542"/>
            <ac:spMk id="4" creationId="{76BC6458-C1CD-0DDF-4E12-C8E2A4DB59B4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8.225" v="1997" actId="47"/>
        <pc:sldMkLst>
          <pc:docMk/>
          <pc:sldMk cId="746701182" sldId="2147482543"/>
        </pc:sldMkLst>
        <pc:spChg chg="mod">
          <ac:chgData name="Yasmine AISSA" userId="c49615ed-9cc6-4a52-85fc-c583af0ddf2f" providerId="ADAL" clId="{C1E26B80-9E14-4479-9694-990F20F05C7F}" dt="2025-11-04T14:40:29.482" v="1987" actId="20577"/>
          <ac:spMkLst>
            <pc:docMk/>
            <pc:sldMk cId="746701182" sldId="2147482543"/>
            <ac:spMk id="2" creationId="{098EBD68-F213-60D0-F938-E61C4E708022}"/>
          </ac:spMkLst>
        </pc:spChg>
        <pc:spChg chg="mod">
          <ac:chgData name="Yasmine AISSA" userId="c49615ed-9cc6-4a52-85fc-c583af0ddf2f" providerId="ADAL" clId="{C1E26B80-9E14-4479-9694-990F20F05C7F}" dt="2025-11-04T14:38:41.840" v="1899" actId="20577"/>
          <ac:spMkLst>
            <pc:docMk/>
            <pc:sldMk cId="746701182" sldId="2147482543"/>
            <ac:spMk id="4" creationId="{F9A88CB7-03CE-2417-EE55-61B514C11674}"/>
          </ac:spMkLst>
        </pc:spChg>
      </pc:sldChg>
      <pc:sldChg chg="modSp add mod">
        <pc:chgData name="Yasmine AISSA" userId="c49615ed-9cc6-4a52-85fc-c583af0ddf2f" providerId="ADAL" clId="{C1E26B80-9E14-4479-9694-990F20F05C7F}" dt="2025-11-05T12:00:23.390" v="2120" actId="20577"/>
        <pc:sldMkLst>
          <pc:docMk/>
          <pc:sldMk cId="2446396814" sldId="2147482543"/>
        </pc:sldMkLst>
        <pc:spChg chg="mod">
          <ac:chgData name="Yasmine AISSA" userId="c49615ed-9cc6-4a52-85fc-c583af0ddf2f" providerId="ADAL" clId="{C1E26B80-9E14-4479-9694-990F20F05C7F}" dt="2025-11-05T12:00:23.390" v="2120" actId="20577"/>
          <ac:spMkLst>
            <pc:docMk/>
            <pc:sldMk cId="2446396814" sldId="2147482543"/>
            <ac:spMk id="4" creationId="{27A4B0AD-E54C-2511-289A-8582A2B871CC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8.379" v="1998" actId="47"/>
        <pc:sldMkLst>
          <pc:docMk/>
          <pc:sldMk cId="2375877694" sldId="2147482544"/>
        </pc:sldMkLst>
        <pc:spChg chg="mod">
          <ac:chgData name="Yasmine AISSA" userId="c49615ed-9cc6-4a52-85fc-c583af0ddf2f" providerId="ADAL" clId="{C1E26B80-9E14-4479-9694-990F20F05C7F}" dt="2025-11-04T14:38:53.730" v="1937" actId="20577"/>
          <ac:spMkLst>
            <pc:docMk/>
            <pc:sldMk cId="2375877694" sldId="2147482544"/>
            <ac:spMk id="4" creationId="{E7164DEF-B065-52ED-C12C-E7631B1600C8}"/>
          </ac:spMkLst>
        </pc:spChg>
        <pc:spChg chg="mod">
          <ac:chgData name="Yasmine AISSA" userId="c49615ed-9cc6-4a52-85fc-c583af0ddf2f" providerId="ADAL" clId="{C1E26B80-9E14-4479-9694-990F20F05C7F}" dt="2025-11-04T14:40:32.938" v="1988" actId="20577"/>
          <ac:spMkLst>
            <pc:docMk/>
            <pc:sldMk cId="2375877694" sldId="2147482544"/>
            <ac:spMk id="22" creationId="{3729EF6D-0F75-25C9-1C4E-1DB620084D0D}"/>
          </ac:spMkLst>
        </pc:spChg>
      </pc:sldChg>
      <pc:sldChg chg="modSp add mod">
        <pc:chgData name="Yasmine AISSA" userId="c49615ed-9cc6-4a52-85fc-c583af0ddf2f" providerId="ADAL" clId="{C1E26B80-9E14-4479-9694-990F20F05C7F}" dt="2025-11-05T12:00:32.938" v="2135" actId="20577"/>
        <pc:sldMkLst>
          <pc:docMk/>
          <pc:sldMk cId="2872547149" sldId="2147482544"/>
        </pc:sldMkLst>
        <pc:spChg chg="mod">
          <ac:chgData name="Yasmine AISSA" userId="c49615ed-9cc6-4a52-85fc-c583af0ddf2f" providerId="ADAL" clId="{C1E26B80-9E14-4479-9694-990F20F05C7F}" dt="2025-11-05T12:00:32.938" v="2135" actId="20577"/>
          <ac:spMkLst>
            <pc:docMk/>
            <pc:sldMk cId="2872547149" sldId="2147482544"/>
            <ac:spMk id="4" creationId="{57BD6016-17B2-DC79-1155-86ACF7FB5C59}"/>
          </ac:spMkLst>
        </pc:spChg>
      </pc:sldChg>
      <pc:sldChg chg="modSp add mod">
        <pc:chgData name="Yasmine AISSA" userId="c49615ed-9cc6-4a52-85fc-c583af0ddf2f" providerId="ADAL" clId="{C1E26B80-9E14-4479-9694-990F20F05C7F}" dt="2025-11-05T12:00:39.914" v="2150" actId="20577"/>
        <pc:sldMkLst>
          <pc:docMk/>
          <pc:sldMk cId="671017360" sldId="2147482545"/>
        </pc:sldMkLst>
        <pc:spChg chg="mod">
          <ac:chgData name="Yasmine AISSA" userId="c49615ed-9cc6-4a52-85fc-c583af0ddf2f" providerId="ADAL" clId="{C1E26B80-9E14-4479-9694-990F20F05C7F}" dt="2025-11-05T12:00:39.914" v="2150" actId="20577"/>
          <ac:spMkLst>
            <pc:docMk/>
            <pc:sldMk cId="671017360" sldId="2147482545"/>
            <ac:spMk id="4" creationId="{22AC8D81-64A9-4013-4810-AA213E595ABB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8.537" v="1999" actId="47"/>
        <pc:sldMkLst>
          <pc:docMk/>
          <pc:sldMk cId="1766541097" sldId="2147482545"/>
        </pc:sldMkLst>
        <pc:spChg chg="mod">
          <ac:chgData name="Yasmine AISSA" userId="c49615ed-9cc6-4a52-85fc-c583af0ddf2f" providerId="ADAL" clId="{C1E26B80-9E14-4479-9694-990F20F05C7F}" dt="2025-11-04T14:40:36.585" v="1989" actId="20577"/>
          <ac:spMkLst>
            <pc:docMk/>
            <pc:sldMk cId="1766541097" sldId="2147482545"/>
            <ac:spMk id="2" creationId="{E6E69652-F553-C8B8-CB37-E974C0DA0DEE}"/>
          </ac:spMkLst>
        </pc:spChg>
        <pc:spChg chg="mod">
          <ac:chgData name="Yasmine AISSA" userId="c49615ed-9cc6-4a52-85fc-c583af0ddf2f" providerId="ADAL" clId="{C1E26B80-9E14-4479-9694-990F20F05C7F}" dt="2025-11-04T14:38:58.235" v="1943" actId="20577"/>
          <ac:spMkLst>
            <pc:docMk/>
            <pc:sldMk cId="1766541097" sldId="2147482545"/>
            <ac:spMk id="4" creationId="{CFFFBC4A-9A07-EF7E-ED4D-6E183DFBDE81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8.677" v="2000" actId="47"/>
        <pc:sldMkLst>
          <pc:docMk/>
          <pc:sldMk cId="393863682" sldId="2147482546"/>
        </pc:sldMkLst>
        <pc:spChg chg="mod">
          <ac:chgData name="Yasmine AISSA" userId="c49615ed-9cc6-4a52-85fc-c583af0ddf2f" providerId="ADAL" clId="{C1E26B80-9E14-4479-9694-990F20F05C7F}" dt="2025-11-04T14:39:08.729" v="1957" actId="20577"/>
          <ac:spMkLst>
            <pc:docMk/>
            <pc:sldMk cId="393863682" sldId="2147482546"/>
            <ac:spMk id="4" creationId="{1F299B7D-C92D-B13D-4ED5-84DC4F550DA2}"/>
          </ac:spMkLst>
        </pc:spChg>
        <pc:spChg chg="mod">
          <ac:chgData name="Yasmine AISSA" userId="c49615ed-9cc6-4a52-85fc-c583af0ddf2f" providerId="ADAL" clId="{C1E26B80-9E14-4479-9694-990F20F05C7F}" dt="2025-11-04T14:40:39.549" v="1990" actId="20577"/>
          <ac:spMkLst>
            <pc:docMk/>
            <pc:sldMk cId="393863682" sldId="2147482546"/>
            <ac:spMk id="22" creationId="{19FF6B46-4075-BDE9-CF95-E1FFEF570141}"/>
          </ac:spMkLst>
        </pc:spChg>
      </pc:sldChg>
      <pc:sldChg chg="modSp add mod">
        <pc:chgData name="Yasmine AISSA" userId="c49615ed-9cc6-4a52-85fc-c583af0ddf2f" providerId="ADAL" clId="{C1E26B80-9E14-4479-9694-990F20F05C7F}" dt="2025-11-05T12:00:47.880" v="2161" actId="20577"/>
        <pc:sldMkLst>
          <pc:docMk/>
          <pc:sldMk cId="1482675001" sldId="2147482546"/>
        </pc:sldMkLst>
        <pc:spChg chg="mod">
          <ac:chgData name="Yasmine AISSA" userId="c49615ed-9cc6-4a52-85fc-c583af0ddf2f" providerId="ADAL" clId="{C1E26B80-9E14-4479-9694-990F20F05C7F}" dt="2025-11-05T12:00:47.880" v="2161" actId="20577"/>
          <ac:spMkLst>
            <pc:docMk/>
            <pc:sldMk cId="1482675001" sldId="2147482546"/>
            <ac:spMk id="4" creationId="{AE3A0FD2-0996-D40B-E362-3D6420E50338}"/>
          </ac:spMkLst>
        </pc:spChg>
      </pc:sldChg>
      <pc:sldChg chg="modSp add del mod">
        <pc:chgData name="Yasmine AISSA" userId="c49615ed-9cc6-4a52-85fc-c583af0ddf2f" providerId="ADAL" clId="{C1E26B80-9E14-4479-9694-990F20F05C7F}" dt="2025-11-05T11:53:38.848" v="2001" actId="47"/>
        <pc:sldMkLst>
          <pc:docMk/>
          <pc:sldMk cId="2304085765" sldId="2147482547"/>
        </pc:sldMkLst>
        <pc:spChg chg="mod">
          <ac:chgData name="Yasmine AISSA" userId="c49615ed-9cc6-4a52-85fc-c583af0ddf2f" providerId="ADAL" clId="{C1E26B80-9E14-4479-9694-990F20F05C7F}" dt="2025-11-04T14:40:42.441" v="1991" actId="20577"/>
          <ac:spMkLst>
            <pc:docMk/>
            <pc:sldMk cId="2304085765" sldId="2147482547"/>
            <ac:spMk id="2" creationId="{670277E3-3C43-AEF0-634D-47663BC30EA1}"/>
          </ac:spMkLst>
        </pc:spChg>
        <pc:spChg chg="mod">
          <ac:chgData name="Yasmine AISSA" userId="c49615ed-9cc6-4a52-85fc-c583af0ddf2f" providerId="ADAL" clId="{C1E26B80-9E14-4479-9694-990F20F05C7F}" dt="2025-11-04T14:39:16.120" v="1965" actId="20577"/>
          <ac:spMkLst>
            <pc:docMk/>
            <pc:sldMk cId="2304085765" sldId="2147482547"/>
            <ac:spMk id="4" creationId="{88EB0B01-CF77-D9CE-D522-1EE8A2B9E59C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889" v="911" actId="47"/>
        <pc:sldMkLst>
          <pc:docMk/>
          <pc:sldMk cId="2889329387" sldId="2147482547"/>
        </pc:sldMkLst>
      </pc:sldChg>
      <pc:sldChg chg="modSp add mod">
        <pc:chgData name="Yasmine AISSA" userId="c49615ed-9cc6-4a52-85fc-c583af0ddf2f" providerId="ADAL" clId="{C1E26B80-9E14-4479-9694-990F20F05C7F}" dt="2025-11-05T12:00:55.741" v="2174" actId="20577"/>
        <pc:sldMkLst>
          <pc:docMk/>
          <pc:sldMk cId="3342540981" sldId="2147482547"/>
        </pc:sldMkLst>
        <pc:spChg chg="mod">
          <ac:chgData name="Yasmine AISSA" userId="c49615ed-9cc6-4a52-85fc-c583af0ddf2f" providerId="ADAL" clId="{C1E26B80-9E14-4479-9694-990F20F05C7F}" dt="2025-11-05T12:00:55.741" v="2174" actId="20577"/>
          <ac:spMkLst>
            <pc:docMk/>
            <pc:sldMk cId="3342540981" sldId="2147482547"/>
            <ac:spMk id="4" creationId="{45617E55-F9A1-F234-F507-8B8021CA8322}"/>
          </ac:spMkLst>
        </pc:spChg>
      </pc:sldChg>
      <pc:sldChg chg="modSp add mod">
        <pc:chgData name="Yasmine AISSA" userId="c49615ed-9cc6-4a52-85fc-c583af0ddf2f" providerId="ADAL" clId="{C1E26B80-9E14-4479-9694-990F20F05C7F}" dt="2025-11-05T12:01:02.060" v="2179" actId="20577"/>
        <pc:sldMkLst>
          <pc:docMk/>
          <pc:sldMk cId="3186103922" sldId="2147482548"/>
        </pc:sldMkLst>
        <pc:spChg chg="mod">
          <ac:chgData name="Yasmine AISSA" userId="c49615ed-9cc6-4a52-85fc-c583af0ddf2f" providerId="ADAL" clId="{C1E26B80-9E14-4479-9694-990F20F05C7F}" dt="2025-11-05T12:01:02.060" v="2179" actId="20577"/>
          <ac:spMkLst>
            <pc:docMk/>
            <pc:sldMk cId="3186103922" sldId="2147482548"/>
            <ac:spMk id="4" creationId="{C41BC1D9-894E-072F-EFBA-C6A90E9F60E2}"/>
          </ac:spMkLst>
        </pc:spChg>
      </pc:sldChg>
      <pc:sldChg chg="del">
        <pc:chgData name="Yasmine AISSA" userId="c49615ed-9cc6-4a52-85fc-c583af0ddf2f" providerId="ADAL" clId="{C1E26B80-9E14-4479-9694-990F20F05C7F}" dt="2025-10-02T12:59:12.873" v="910" actId="47"/>
        <pc:sldMkLst>
          <pc:docMk/>
          <pc:sldMk cId="3241639735" sldId="2147482548"/>
        </pc:sldMkLst>
      </pc:sldChg>
      <pc:sldChg chg="modSp add del mod">
        <pc:chgData name="Yasmine AISSA" userId="c49615ed-9cc6-4a52-85fc-c583af0ddf2f" providerId="ADAL" clId="{C1E26B80-9E14-4479-9694-990F20F05C7F}" dt="2025-11-04T14:39:18.702" v="1966" actId="47"/>
        <pc:sldMkLst>
          <pc:docMk/>
          <pc:sldMk cId="3620505802" sldId="2147482548"/>
        </pc:sldMkLst>
        <pc:spChg chg="mod">
          <ac:chgData name="Yasmine AISSA" userId="c49615ed-9cc6-4a52-85fc-c583af0ddf2f" providerId="ADAL" clId="{C1E26B80-9E14-4479-9694-990F20F05C7F}" dt="2025-11-04T09:18:23.857" v="1521" actId="20577"/>
          <ac:spMkLst>
            <pc:docMk/>
            <pc:sldMk cId="3620505802" sldId="2147482548"/>
            <ac:spMk id="4" creationId="{B0B8FF4C-E367-6702-2B64-A54E13C15CA4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8.948" v="1967" actId="47"/>
        <pc:sldMkLst>
          <pc:docMk/>
          <pc:sldMk cId="3053319867" sldId="2147482549"/>
        </pc:sldMkLst>
        <pc:spChg chg="mod">
          <ac:chgData name="Yasmine AISSA" userId="c49615ed-9cc6-4a52-85fc-c583af0ddf2f" providerId="ADAL" clId="{C1E26B80-9E14-4479-9694-990F20F05C7F}" dt="2025-11-04T09:18:28.667" v="1530" actId="20577"/>
          <ac:spMkLst>
            <pc:docMk/>
            <pc:sldMk cId="3053319867" sldId="2147482549"/>
            <ac:spMk id="4" creationId="{77BAFDCD-2C41-489C-BED8-DC62EF5A93B7}"/>
          </ac:spMkLst>
        </pc:spChg>
      </pc:sldChg>
      <pc:sldChg chg="modSp add mod">
        <pc:chgData name="Yasmine AISSA" userId="c49615ed-9cc6-4a52-85fc-c583af0ddf2f" providerId="ADAL" clId="{C1E26B80-9E14-4479-9694-990F20F05C7F}" dt="2025-11-05T12:01:06.106" v="2182" actId="20577"/>
        <pc:sldMkLst>
          <pc:docMk/>
          <pc:sldMk cId="3241589909" sldId="2147482549"/>
        </pc:sldMkLst>
        <pc:spChg chg="mod">
          <ac:chgData name="Yasmine AISSA" userId="c49615ed-9cc6-4a52-85fc-c583af0ddf2f" providerId="ADAL" clId="{C1E26B80-9E14-4479-9694-990F20F05C7F}" dt="2025-11-05T12:01:06.106" v="2182" actId="20577"/>
          <ac:spMkLst>
            <pc:docMk/>
            <pc:sldMk cId="3241589909" sldId="2147482549"/>
            <ac:spMk id="4" creationId="{D3C27ABA-FC64-F515-DEB9-399E5C87B5D6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171" v="1968" actId="47"/>
        <pc:sldMkLst>
          <pc:docMk/>
          <pc:sldMk cId="811405165" sldId="2147482550"/>
        </pc:sldMkLst>
        <pc:spChg chg="mod">
          <ac:chgData name="Yasmine AISSA" userId="c49615ed-9cc6-4a52-85fc-c583af0ddf2f" providerId="ADAL" clId="{C1E26B80-9E14-4479-9694-990F20F05C7F}" dt="2025-11-04T09:36:10.459" v="1565" actId="14100"/>
          <ac:spMkLst>
            <pc:docMk/>
            <pc:sldMk cId="811405165" sldId="2147482550"/>
            <ac:spMk id="4" creationId="{8022C8B2-5416-6FE4-129F-421C3F21F1AA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615" v="908" actId="47"/>
        <pc:sldMkLst>
          <pc:docMk/>
          <pc:sldMk cId="2105083939" sldId="2147482550"/>
        </pc:sldMkLst>
      </pc:sldChg>
      <pc:sldChg chg="modSp add mod">
        <pc:chgData name="Yasmine AISSA" userId="c49615ed-9cc6-4a52-85fc-c583af0ddf2f" providerId="ADAL" clId="{C1E26B80-9E14-4479-9694-990F20F05C7F}" dt="2025-11-05T12:01:11.217" v="2187" actId="20577"/>
        <pc:sldMkLst>
          <pc:docMk/>
          <pc:sldMk cId="2147179673" sldId="2147482550"/>
        </pc:sldMkLst>
        <pc:spChg chg="mod">
          <ac:chgData name="Yasmine AISSA" userId="c49615ed-9cc6-4a52-85fc-c583af0ddf2f" providerId="ADAL" clId="{C1E26B80-9E14-4479-9694-990F20F05C7F}" dt="2025-11-05T12:01:11.217" v="2187" actId="20577"/>
          <ac:spMkLst>
            <pc:docMk/>
            <pc:sldMk cId="2147179673" sldId="2147482550"/>
            <ac:spMk id="4" creationId="{F2351991-BB9B-8E41-5C0B-A378E65A9143}"/>
          </ac:spMkLst>
        </pc:spChg>
      </pc:sldChg>
      <pc:sldChg chg="del">
        <pc:chgData name="Yasmine AISSA" userId="c49615ed-9cc6-4a52-85fc-c583af0ddf2f" providerId="ADAL" clId="{C1E26B80-9E14-4479-9694-990F20F05C7F}" dt="2025-10-02T12:59:12.594" v="907" actId="47"/>
        <pc:sldMkLst>
          <pc:docMk/>
          <pc:sldMk cId="948637017" sldId="2147482551"/>
        </pc:sldMkLst>
      </pc:sldChg>
      <pc:sldChg chg="modSp add mod">
        <pc:chgData name="Yasmine AISSA" userId="c49615ed-9cc6-4a52-85fc-c583af0ddf2f" providerId="ADAL" clId="{C1E26B80-9E14-4479-9694-990F20F05C7F}" dt="2025-11-05T12:01:16.507" v="2192" actId="20577"/>
        <pc:sldMkLst>
          <pc:docMk/>
          <pc:sldMk cId="1961110067" sldId="2147482551"/>
        </pc:sldMkLst>
        <pc:spChg chg="mod">
          <ac:chgData name="Yasmine AISSA" userId="c49615ed-9cc6-4a52-85fc-c583af0ddf2f" providerId="ADAL" clId="{C1E26B80-9E14-4479-9694-990F20F05C7F}" dt="2025-11-05T12:01:16.507" v="2192" actId="20577"/>
          <ac:spMkLst>
            <pc:docMk/>
            <pc:sldMk cId="1961110067" sldId="2147482551"/>
            <ac:spMk id="4" creationId="{16E62AD5-AB7C-A065-F400-84931B4314ED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447" v="1969" actId="47"/>
        <pc:sldMkLst>
          <pc:docMk/>
          <pc:sldMk cId="3441843144" sldId="2147482551"/>
        </pc:sldMkLst>
        <pc:spChg chg="mod">
          <ac:chgData name="Yasmine AISSA" userId="c49615ed-9cc6-4a52-85fc-c583af0ddf2f" providerId="ADAL" clId="{C1E26B80-9E14-4479-9694-990F20F05C7F}" dt="2025-11-04T09:36:36.781" v="1598" actId="14100"/>
          <ac:spMkLst>
            <pc:docMk/>
            <pc:sldMk cId="3441843144" sldId="2147482551"/>
            <ac:spMk id="3" creationId="{6B25E0EF-1E7B-B66E-5DA6-6555FD05689B}"/>
          </ac:spMkLst>
        </pc:spChg>
        <pc:spChg chg="mod">
          <ac:chgData name="Yasmine AISSA" userId="c49615ed-9cc6-4a52-85fc-c583af0ddf2f" providerId="ADAL" clId="{C1E26B80-9E14-4479-9694-990F20F05C7F}" dt="2025-11-04T09:36:35.037" v="1597" actId="14100"/>
          <ac:spMkLst>
            <pc:docMk/>
            <pc:sldMk cId="3441843144" sldId="2147482551"/>
            <ac:spMk id="4" creationId="{19734963-4543-271B-554E-A43221026098}"/>
          </ac:spMkLst>
        </pc:spChg>
      </pc:sldChg>
      <pc:sldChg chg="modSp add mod">
        <pc:chgData name="Yasmine AISSA" userId="c49615ed-9cc6-4a52-85fc-c583af0ddf2f" providerId="ADAL" clId="{C1E26B80-9E14-4479-9694-990F20F05C7F}" dt="2025-11-05T12:02:37.075" v="2211" actId="20577"/>
        <pc:sldMkLst>
          <pc:docMk/>
          <pc:sldMk cId="3355825777" sldId="2147482552"/>
        </pc:sldMkLst>
        <pc:spChg chg="mod">
          <ac:chgData name="Yasmine AISSA" userId="c49615ed-9cc6-4a52-85fc-c583af0ddf2f" providerId="ADAL" clId="{C1E26B80-9E14-4479-9694-990F20F05C7F}" dt="2025-11-05T12:02:37.075" v="2211" actId="20577"/>
          <ac:spMkLst>
            <pc:docMk/>
            <pc:sldMk cId="3355825777" sldId="2147482552"/>
            <ac:spMk id="4" creationId="{C5F9D132-64B7-5DDB-B157-40CCC80DCA2A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675" v="1970" actId="47"/>
        <pc:sldMkLst>
          <pc:docMk/>
          <pc:sldMk cId="3416752323" sldId="2147482552"/>
        </pc:sldMkLst>
        <pc:spChg chg="mod">
          <ac:chgData name="Yasmine AISSA" userId="c49615ed-9cc6-4a52-85fc-c583af0ddf2f" providerId="ADAL" clId="{C1E26B80-9E14-4479-9694-990F20F05C7F}" dt="2025-11-04T09:36:42.832" v="1607" actId="20577"/>
          <ac:spMkLst>
            <pc:docMk/>
            <pc:sldMk cId="3416752323" sldId="2147482552"/>
            <ac:spMk id="4" creationId="{4358FACC-AED1-7150-EB5E-DEEE4747A491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19.934" v="1971" actId="47"/>
        <pc:sldMkLst>
          <pc:docMk/>
          <pc:sldMk cId="920555635" sldId="2147482553"/>
        </pc:sldMkLst>
        <pc:spChg chg="mod">
          <ac:chgData name="Yasmine AISSA" userId="c49615ed-9cc6-4a52-85fc-c583af0ddf2f" providerId="ADAL" clId="{C1E26B80-9E14-4479-9694-990F20F05C7F}" dt="2025-11-04T09:36:47.118" v="1616" actId="20577"/>
          <ac:spMkLst>
            <pc:docMk/>
            <pc:sldMk cId="920555635" sldId="2147482553"/>
            <ac:spMk id="4" creationId="{3D23B500-0F1D-3ABB-458D-DF1B446269BE}"/>
          </ac:spMkLst>
        </pc:spChg>
      </pc:sldChg>
      <pc:sldChg chg="modSp add mod">
        <pc:chgData name="Yasmine AISSA" userId="c49615ed-9cc6-4a52-85fc-c583af0ddf2f" providerId="ADAL" clId="{C1E26B80-9E14-4479-9694-990F20F05C7F}" dt="2025-11-05T12:02:44.733" v="2230" actId="20577"/>
        <pc:sldMkLst>
          <pc:docMk/>
          <pc:sldMk cId="995264435" sldId="2147482553"/>
        </pc:sldMkLst>
        <pc:spChg chg="mod">
          <ac:chgData name="Yasmine AISSA" userId="c49615ed-9cc6-4a52-85fc-c583af0ddf2f" providerId="ADAL" clId="{C1E26B80-9E14-4479-9694-990F20F05C7F}" dt="2025-11-05T12:02:44.733" v="2230" actId="20577"/>
          <ac:spMkLst>
            <pc:docMk/>
            <pc:sldMk cId="995264435" sldId="2147482553"/>
            <ac:spMk id="4" creationId="{B4F878B3-59DA-9C1F-D33F-39CA15F2F6F6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0.598" v="1972" actId="47"/>
        <pc:sldMkLst>
          <pc:docMk/>
          <pc:sldMk cId="3450206523" sldId="2147482554"/>
        </pc:sldMkLst>
        <pc:spChg chg="mod">
          <ac:chgData name="Yasmine AISSA" userId="c49615ed-9cc6-4a52-85fc-c583af0ddf2f" providerId="ADAL" clId="{C1E26B80-9E14-4479-9694-990F20F05C7F}" dt="2025-11-04T09:36:53.774" v="1634" actId="20577"/>
          <ac:spMkLst>
            <pc:docMk/>
            <pc:sldMk cId="3450206523" sldId="2147482554"/>
            <ac:spMk id="4" creationId="{1B584ACA-8CAF-2E53-075B-1C3E03DCA87D}"/>
          </ac:spMkLst>
        </pc:spChg>
      </pc:sldChg>
      <pc:sldChg chg="modSp add mod">
        <pc:chgData name="Yasmine AISSA" userId="c49615ed-9cc6-4a52-85fc-c583af0ddf2f" providerId="ADAL" clId="{C1E26B80-9E14-4479-9694-990F20F05C7F}" dt="2025-11-05T12:02:52.390" v="2234" actId="20577"/>
        <pc:sldMkLst>
          <pc:docMk/>
          <pc:sldMk cId="4184889560" sldId="2147482554"/>
        </pc:sldMkLst>
        <pc:spChg chg="mod">
          <ac:chgData name="Yasmine AISSA" userId="c49615ed-9cc6-4a52-85fc-c583af0ddf2f" providerId="ADAL" clId="{C1E26B80-9E14-4479-9694-990F20F05C7F}" dt="2025-11-05T12:02:52.390" v="2234" actId="20577"/>
          <ac:spMkLst>
            <pc:docMk/>
            <pc:sldMk cId="4184889560" sldId="2147482554"/>
            <ac:spMk id="4" creationId="{2BA5D2C8-8D95-CE7B-E76E-3B514A2DD51C}"/>
          </ac:spMkLst>
        </pc:spChg>
      </pc:sldChg>
      <pc:sldChg chg="modSp add mod">
        <pc:chgData name="Yasmine AISSA" userId="c49615ed-9cc6-4a52-85fc-c583af0ddf2f" providerId="ADAL" clId="{C1E26B80-9E14-4479-9694-990F20F05C7F}" dt="2025-11-05T12:02:57.174" v="2238" actId="20577"/>
        <pc:sldMkLst>
          <pc:docMk/>
          <pc:sldMk cId="690439916" sldId="2147482555"/>
        </pc:sldMkLst>
        <pc:spChg chg="mod">
          <ac:chgData name="Yasmine AISSA" userId="c49615ed-9cc6-4a52-85fc-c583af0ddf2f" providerId="ADAL" clId="{C1E26B80-9E14-4479-9694-990F20F05C7F}" dt="2025-11-05T12:02:57.174" v="2238" actId="20577"/>
          <ac:spMkLst>
            <pc:docMk/>
            <pc:sldMk cId="690439916" sldId="2147482555"/>
            <ac:spMk id="4" creationId="{064CA76E-A636-A93A-B5DA-29B1266F0E21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0.840" v="1973" actId="47"/>
        <pc:sldMkLst>
          <pc:docMk/>
          <pc:sldMk cId="2210785250" sldId="2147482555"/>
        </pc:sldMkLst>
        <pc:spChg chg="mod">
          <ac:chgData name="Yasmine AISSA" userId="c49615ed-9cc6-4a52-85fc-c583af0ddf2f" providerId="ADAL" clId="{C1E26B80-9E14-4479-9694-990F20F05C7F}" dt="2025-11-04T09:36:59.651" v="1652" actId="20577"/>
          <ac:spMkLst>
            <pc:docMk/>
            <pc:sldMk cId="2210785250" sldId="2147482555"/>
            <ac:spMk id="4" creationId="{C678D798-B799-6E38-4892-1A00F8CFD541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1.664" v="1974" actId="47"/>
        <pc:sldMkLst>
          <pc:docMk/>
          <pc:sldMk cId="366477358" sldId="2147482556"/>
        </pc:sldMkLst>
        <pc:spChg chg="mod">
          <ac:chgData name="Yasmine AISSA" userId="c49615ed-9cc6-4a52-85fc-c583af0ddf2f" providerId="ADAL" clId="{C1E26B80-9E14-4479-9694-990F20F05C7F}" dt="2025-11-04T09:37:06.129" v="1668" actId="20577"/>
          <ac:spMkLst>
            <pc:docMk/>
            <pc:sldMk cId="366477358" sldId="2147482556"/>
            <ac:spMk id="4" creationId="{32415B1F-F3D8-0C74-25C9-4AAA8536F200}"/>
          </ac:spMkLst>
        </pc:spChg>
      </pc:sldChg>
      <pc:sldChg chg="modSp add mod">
        <pc:chgData name="Yasmine AISSA" userId="c49615ed-9cc6-4a52-85fc-c583af0ddf2f" providerId="ADAL" clId="{C1E26B80-9E14-4479-9694-990F20F05C7F}" dt="2025-11-05T12:03:04.213" v="2253" actId="20577"/>
        <pc:sldMkLst>
          <pc:docMk/>
          <pc:sldMk cId="959527363" sldId="2147482556"/>
        </pc:sldMkLst>
        <pc:spChg chg="mod">
          <ac:chgData name="Yasmine AISSA" userId="c49615ed-9cc6-4a52-85fc-c583af0ddf2f" providerId="ADAL" clId="{C1E26B80-9E14-4479-9694-990F20F05C7F}" dt="2025-11-05T12:03:04.213" v="2253" actId="20577"/>
          <ac:spMkLst>
            <pc:docMk/>
            <pc:sldMk cId="959527363" sldId="2147482556"/>
            <ac:spMk id="4" creationId="{4ABD8A32-FBD3-89F7-4ABB-8FC47F5EE4E2}"/>
          </ac:spMkLst>
        </pc:spChg>
      </pc:sldChg>
      <pc:sldChg chg="modSp add del mod">
        <pc:chgData name="Yasmine AISSA" userId="c49615ed-9cc6-4a52-85fc-c583af0ddf2f" providerId="ADAL" clId="{C1E26B80-9E14-4479-9694-990F20F05C7F}" dt="2025-11-04T14:39:21.867" v="1975" actId="47"/>
        <pc:sldMkLst>
          <pc:docMk/>
          <pc:sldMk cId="86175563" sldId="2147482557"/>
        </pc:sldMkLst>
        <pc:spChg chg="mod">
          <ac:chgData name="Yasmine AISSA" userId="c49615ed-9cc6-4a52-85fc-c583af0ddf2f" providerId="ADAL" clId="{C1E26B80-9E14-4479-9694-990F20F05C7F}" dt="2025-11-04T09:37:11.097" v="1684" actId="20577"/>
          <ac:spMkLst>
            <pc:docMk/>
            <pc:sldMk cId="86175563" sldId="2147482557"/>
            <ac:spMk id="4" creationId="{35CA6BBB-6490-75A2-1181-44ACA51B0A61}"/>
          </ac:spMkLst>
        </pc:spChg>
      </pc:sldChg>
      <pc:sldChg chg="modSp add mod">
        <pc:chgData name="Yasmine AISSA" userId="c49615ed-9cc6-4a52-85fc-c583af0ddf2f" providerId="ADAL" clId="{C1E26B80-9E14-4479-9694-990F20F05C7F}" dt="2025-11-05T12:03:09.748" v="2268" actId="20577"/>
        <pc:sldMkLst>
          <pc:docMk/>
          <pc:sldMk cId="1221847995" sldId="2147482557"/>
        </pc:sldMkLst>
        <pc:spChg chg="mod">
          <ac:chgData name="Yasmine AISSA" userId="c49615ed-9cc6-4a52-85fc-c583af0ddf2f" providerId="ADAL" clId="{C1E26B80-9E14-4479-9694-990F20F05C7F}" dt="2025-11-05T12:03:09.748" v="2268" actId="20577"/>
          <ac:spMkLst>
            <pc:docMk/>
            <pc:sldMk cId="1221847995" sldId="2147482557"/>
            <ac:spMk id="4" creationId="{D68FA9E0-63C2-1F4C-25B3-1EBDC0695631}"/>
          </ac:spMkLst>
        </pc:spChg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C1E26B80-9E14-4479-9694-990F20F05C7F}" dt="2025-10-02T12:59:10.452" v="891" actId="47"/>
        <pc:sldMkLst>
          <pc:docMk/>
          <pc:sldMk cId="2963400826" sldId="2147482588"/>
        </pc:sldMkLst>
      </pc:sldChg>
      <pc:sldChg chg="delSp del mod">
        <pc:chgData name="Yasmine AISSA" userId="c49615ed-9cc6-4a52-85fc-c583af0ddf2f" providerId="ADAL" clId="{C1E26B80-9E14-4479-9694-990F20F05C7F}" dt="2025-10-02T12:59:11.262" v="897" actId="47"/>
        <pc:sldMkLst>
          <pc:docMk/>
          <pc:sldMk cId="4084907256" sldId="2147482590"/>
        </pc:sldMkLst>
      </pc:sldChg>
      <pc:sldChg chg="del">
        <pc:chgData name="Yasmine AISSA" userId="c49615ed-9cc6-4a52-85fc-c583af0ddf2f" providerId="ADAL" clId="{C1E26B80-9E14-4479-9694-990F20F05C7F}" dt="2025-10-02T12:59:12.969" v="913" actId="47"/>
        <pc:sldMkLst>
          <pc:docMk/>
          <pc:sldMk cId="2829010350" sldId="2147482596"/>
        </pc:sldMkLst>
      </pc:sldChg>
      <pc:sldChg chg="del">
        <pc:chgData name="Yasmine AISSA" userId="c49615ed-9cc6-4a52-85fc-c583af0ddf2f" providerId="ADAL" clId="{C1E26B80-9E14-4479-9694-990F20F05C7F}" dt="2025-10-02T12:59:13.033" v="914" actId="47"/>
        <pc:sldMkLst>
          <pc:docMk/>
          <pc:sldMk cId="3053716332" sldId="2147482597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022033923" sldId="2147482608"/>
        </pc:sldMkLst>
      </pc:sldChg>
      <pc:sldChg chg="modSp del mod ord modShow">
        <pc:chgData name="Yasmine AISSA" userId="c49615ed-9cc6-4a52-85fc-c583af0ddf2f" providerId="ADAL" clId="{C1E26B80-9E14-4479-9694-990F20F05C7F}" dt="2025-09-23T11:05:09.023" v="765" actId="47"/>
        <pc:sldMkLst>
          <pc:docMk/>
          <pc:sldMk cId="2389248835" sldId="2147482610"/>
        </pc:sldMkLst>
      </pc:sldChg>
      <pc:sldChg chg="del mod ord modShow">
        <pc:chgData name="Yasmine AISSA" userId="c49615ed-9cc6-4a52-85fc-c583af0ddf2f" providerId="ADAL" clId="{C1E26B80-9E14-4479-9694-990F20F05C7F}" dt="2025-09-23T11:05:10.751" v="766" actId="47"/>
        <pc:sldMkLst>
          <pc:docMk/>
          <pc:sldMk cId="2597721776" sldId="2147482611"/>
        </pc:sldMkLst>
      </pc:sldChg>
      <pc:sldChg chg="modSp del mod">
        <pc:chgData name="Yasmine AISSA" userId="c49615ed-9cc6-4a52-85fc-c583af0ddf2f" providerId="ADAL" clId="{C1E26B80-9E14-4479-9694-990F20F05C7F}" dt="2025-10-02T12:59:13.510" v="928" actId="47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C1E26B80-9E14-4479-9694-990F20F05C7F}" dt="2025-10-02T12:59:11.533" v="899" actId="47"/>
        <pc:sldMkLst>
          <pc:docMk/>
          <pc:sldMk cId="2142893685" sldId="2147482616"/>
        </pc:sldMkLst>
      </pc:sldChg>
      <pc:sldChg chg="del">
        <pc:chgData name="Yasmine AISSA" userId="c49615ed-9cc6-4a52-85fc-c583af0ddf2f" providerId="ADAL" clId="{C1E26B80-9E14-4479-9694-990F20F05C7F}" dt="2025-10-02T13:00:02.458" v="988" actId="47"/>
        <pc:sldMkLst>
          <pc:docMk/>
          <pc:sldMk cId="385506026" sldId="2147482618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332854758" sldId="2147482620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1912174299" sldId="2147482621"/>
        </pc:sldMkLst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3932954260" sldId="2147482622"/>
        </pc:sldMkLst>
      </pc:sldChg>
      <pc:sldChg chg="delSp modSp del mod">
        <pc:chgData name="Yasmine AISSA" userId="c49615ed-9cc6-4a52-85fc-c583af0ddf2f" providerId="ADAL" clId="{C1E26B80-9E14-4479-9694-990F20F05C7F}" dt="2025-10-02T12:59:12.207" v="902" actId="47"/>
        <pc:sldMkLst>
          <pc:docMk/>
          <pc:sldMk cId="1406195659" sldId="2147482623"/>
        </pc:sldMkLst>
      </pc:sldChg>
      <pc:sldChg chg="del">
        <pc:chgData name="Yasmine AISSA" userId="c49615ed-9cc6-4a52-85fc-c583af0ddf2f" providerId="ADAL" clId="{C1E26B80-9E14-4479-9694-990F20F05C7F}" dt="2025-10-02T12:59:13.290" v="922" actId="47"/>
        <pc:sldMkLst>
          <pc:docMk/>
          <pc:sldMk cId="2826836844" sldId="2147482624"/>
        </pc:sldMkLst>
      </pc:sldChg>
      <pc:sldChg chg="del">
        <pc:chgData name="Yasmine AISSA" userId="c49615ed-9cc6-4a52-85fc-c583af0ddf2f" providerId="ADAL" clId="{C1E26B80-9E14-4479-9694-990F20F05C7F}" dt="2025-10-02T12:59:13.304" v="923" actId="47"/>
        <pc:sldMkLst>
          <pc:docMk/>
          <pc:sldMk cId="4086416848" sldId="2147482626"/>
        </pc:sldMkLst>
      </pc:sldChg>
      <pc:sldChg chg="modSp del mod">
        <pc:chgData name="Yasmine AISSA" userId="c49615ed-9cc6-4a52-85fc-c583af0ddf2f" providerId="ADAL" clId="{C1E26B80-9E14-4479-9694-990F20F05C7F}" dt="2025-10-02T12:59:13.224" v="920" actId="47"/>
        <pc:sldMkLst>
          <pc:docMk/>
          <pc:sldMk cId="3706885681" sldId="2147482627"/>
        </pc:sldMkLst>
      </pc:sldChg>
      <pc:sldChg chg="del">
        <pc:chgData name="Yasmine AISSA" userId="c49615ed-9cc6-4a52-85fc-c583af0ddf2f" providerId="ADAL" clId="{C1E26B80-9E14-4479-9694-990F20F05C7F}" dt="2025-10-02T12:59:10.609" v="892" actId="47"/>
        <pc:sldMkLst>
          <pc:docMk/>
          <pc:sldMk cId="1453806796" sldId="2147482629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842374480" sldId="2147482630"/>
        </pc:sldMkLst>
      </pc:sldChg>
      <pc:sldChg chg="del">
        <pc:chgData name="Yasmine AISSA" userId="c49615ed-9cc6-4a52-85fc-c583af0ddf2f" providerId="ADAL" clId="{C1E26B80-9E14-4479-9694-990F20F05C7F}" dt="2025-10-02T12:59:11.392" v="898" actId="47"/>
        <pc:sldMkLst>
          <pc:docMk/>
          <pc:sldMk cId="2934060295" sldId="2147482631"/>
        </pc:sldMkLst>
      </pc:sldChg>
      <pc:sldChg chg="modSp del mod">
        <pc:chgData name="Yasmine AISSA" userId="c49615ed-9cc6-4a52-85fc-c583af0ddf2f" providerId="ADAL" clId="{C1E26B80-9E14-4479-9694-990F20F05C7F}" dt="2025-10-02T12:59:13.144" v="918" actId="47"/>
        <pc:sldMkLst>
          <pc:docMk/>
          <pc:sldMk cId="3378406177" sldId="2147482632"/>
        </pc:sldMkLst>
      </pc:sldChg>
      <pc:sldChg chg="del">
        <pc:chgData name="Yasmine AISSA" userId="c49615ed-9cc6-4a52-85fc-c583af0ddf2f" providerId="ADAL" clId="{C1E26B80-9E14-4479-9694-990F20F05C7F}" dt="2025-09-19T14:05:59.917" v="524" actId="47"/>
        <pc:sldMkLst>
          <pc:docMk/>
          <pc:sldMk cId="2032420262" sldId="2147482634"/>
        </pc:sldMkLst>
      </pc:sldChg>
      <pc:sldChg chg="del">
        <pc:chgData name="Yasmine AISSA" userId="c49615ed-9cc6-4a52-85fc-c583af0ddf2f" providerId="ADAL" clId="{C1E26B80-9E14-4479-9694-990F20F05C7F}" dt="2025-09-19T14:05:56.753" v="523" actId="47"/>
        <pc:sldMkLst>
          <pc:docMk/>
          <pc:sldMk cId="3072628558" sldId="2147482635"/>
        </pc:sldMkLst>
      </pc:sldChg>
      <pc:sldChg chg="del">
        <pc:chgData name="Yasmine AISSA" userId="c49615ed-9cc6-4a52-85fc-c583af0ddf2f" providerId="ADAL" clId="{C1E26B80-9E14-4479-9694-990F20F05C7F}" dt="2025-09-17T10:37:02.728" v="175" actId="47"/>
        <pc:sldMkLst>
          <pc:docMk/>
          <pc:sldMk cId="2024774482" sldId="2147482636"/>
        </pc:sldMkLst>
      </pc:sldChg>
      <pc:sldChg chg="del">
        <pc:chgData name="Yasmine AISSA" userId="c49615ed-9cc6-4a52-85fc-c583af0ddf2f" providerId="ADAL" clId="{C1E26B80-9E14-4479-9694-990F20F05C7F}" dt="2025-09-17T13:38:59.597" v="328" actId="47"/>
        <pc:sldMkLst>
          <pc:docMk/>
          <pc:sldMk cId="3903996569" sldId="2147482637"/>
        </pc:sldMkLst>
      </pc:sldChg>
      <pc:sldChg chg="modSp del mod">
        <pc:chgData name="Yasmine AISSA" userId="c49615ed-9cc6-4a52-85fc-c583af0ddf2f" providerId="ADAL" clId="{C1E26B80-9E14-4479-9694-990F20F05C7F}" dt="2025-09-18T14:32:10.588" v="344" actId="47"/>
        <pc:sldMkLst>
          <pc:docMk/>
          <pc:sldMk cId="505270672" sldId="2147482638"/>
        </pc:sldMkLst>
      </pc:sldChg>
      <pc:sldChg chg="addSp delSp del mod">
        <pc:chgData name="Yasmine AISSA" userId="c49615ed-9cc6-4a52-85fc-c583af0ddf2f" providerId="ADAL" clId="{C1E26B80-9E14-4479-9694-990F20F05C7F}" dt="2025-09-18T14:37:36.375" v="428" actId="47"/>
        <pc:sldMkLst>
          <pc:docMk/>
          <pc:sldMk cId="1032640612" sldId="2147482639"/>
        </pc:sldMkLst>
      </pc:sldChg>
      <pc:sldChg chg="del">
        <pc:chgData name="Yasmine AISSA" userId="c49615ed-9cc6-4a52-85fc-c583af0ddf2f" providerId="ADAL" clId="{C1E26B80-9E14-4479-9694-990F20F05C7F}" dt="2025-09-22T09:53:52.555" v="602" actId="47"/>
        <pc:sldMkLst>
          <pc:docMk/>
          <pc:sldMk cId="137478425" sldId="2147482640"/>
        </pc:sldMkLst>
      </pc:sldChg>
      <pc:sldChg chg="del">
        <pc:chgData name="Yasmine AISSA" userId="c49615ed-9cc6-4a52-85fc-c583af0ddf2f" providerId="ADAL" clId="{C1E26B80-9E14-4479-9694-990F20F05C7F}" dt="2025-10-02T12:59:11.010" v="895" actId="47"/>
        <pc:sldMkLst>
          <pc:docMk/>
          <pc:sldMk cId="482464989" sldId="2147482642"/>
        </pc:sldMkLst>
      </pc:sldChg>
      <pc:sldChg chg="del">
        <pc:chgData name="Yasmine AISSA" userId="c49615ed-9cc6-4a52-85fc-c583af0ddf2f" providerId="ADAL" clId="{C1E26B80-9E14-4479-9694-990F20F05C7F}" dt="2025-09-18T14:31:30.087" v="339" actId="47"/>
        <pc:sldMkLst>
          <pc:docMk/>
          <pc:sldMk cId="3019325207" sldId="2147482643"/>
        </pc:sldMkLst>
      </pc:sldChg>
      <pc:sldChg chg="del">
        <pc:chgData name="Yasmine AISSA" userId="c49615ed-9cc6-4a52-85fc-c583af0ddf2f" providerId="ADAL" clId="{C1E26B80-9E14-4479-9694-990F20F05C7F}" dt="2025-10-02T12:59:10.895" v="894" actId="47"/>
        <pc:sldMkLst>
          <pc:docMk/>
          <pc:sldMk cId="4186051456" sldId="2147482644"/>
        </pc:sldMkLst>
      </pc:sldChg>
      <pc:sldChg chg="del">
        <pc:chgData name="Yasmine AISSA" userId="c49615ed-9cc6-4a52-85fc-c583af0ddf2f" providerId="ADAL" clId="{C1E26B80-9E14-4479-9694-990F20F05C7F}" dt="2025-10-02T12:59:15.304" v="936" actId="47"/>
        <pc:sldMkLst>
          <pc:docMk/>
          <pc:sldMk cId="1091974974" sldId="2147482645"/>
        </pc:sldMkLst>
      </pc:sldChg>
      <pc:sldChg chg="delSp modSp del mod">
        <pc:chgData name="Yasmine AISSA" userId="c49615ed-9cc6-4a52-85fc-c583af0ddf2f" providerId="ADAL" clId="{C1E26B80-9E14-4479-9694-990F20F05C7F}" dt="2025-10-02T13:00:01.748" v="987" actId="47"/>
        <pc:sldMkLst>
          <pc:docMk/>
          <pc:sldMk cId="122638338" sldId="2147482646"/>
        </pc:sldMkLst>
      </pc:sldChg>
      <pc:sldChg chg="addSp modSp add del mod">
        <pc:chgData name="Yasmine AISSA" userId="c49615ed-9cc6-4a52-85fc-c583af0ddf2f" providerId="ADAL" clId="{C1E26B80-9E14-4479-9694-990F20F05C7F}" dt="2025-10-02T12:59:13.591" v="930" actId="47"/>
        <pc:sldMkLst>
          <pc:docMk/>
          <pc:sldMk cId="1824099733" sldId="2147482647"/>
        </pc:sldMkLst>
      </pc:sldChg>
      <pc:sldChg chg="modSp add del mod">
        <pc:chgData name="Yasmine AISSA" userId="c49615ed-9cc6-4a52-85fc-c583af0ddf2f" providerId="ADAL" clId="{C1E26B80-9E14-4479-9694-990F20F05C7F}" dt="2025-10-02T12:59:13.527" v="929" actId="47"/>
        <pc:sldMkLst>
          <pc:docMk/>
          <pc:sldMk cId="2418423703" sldId="2147482648"/>
        </pc:sldMkLst>
      </pc:sldChg>
      <pc:sldChg chg="delSp add del setBg delDesignElem">
        <pc:chgData name="Yasmine AISSA" userId="c49615ed-9cc6-4a52-85fc-c583af0ddf2f" providerId="ADAL" clId="{C1E26B80-9E14-4479-9694-990F20F05C7F}" dt="2025-09-17T10:47:27.413" v="184" actId="47"/>
        <pc:sldMkLst>
          <pc:docMk/>
          <pc:sldMk cId="2360950205" sldId="2147482649"/>
        </pc:sldMkLst>
      </pc:sldChg>
      <pc:sldChg chg="modSp add del mod">
        <pc:chgData name="Yasmine AISSA" userId="c49615ed-9cc6-4a52-85fc-c583af0ddf2f" providerId="ADAL" clId="{C1E26B80-9E14-4479-9694-990F20F05C7F}" dt="2025-10-02T12:59:13.435" v="927" actId="47"/>
        <pc:sldMkLst>
          <pc:docMk/>
          <pc:sldMk cId="3495545145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5:36.839" v="178" actId="47"/>
        <pc:sldMkLst>
          <pc:docMk/>
          <pc:sldMk cId="3718936121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6:57.720" v="183" actId="47"/>
        <pc:sldMkLst>
          <pc:docMk/>
          <pc:sldMk cId="1017739006" sldId="2147482650"/>
        </pc:sldMkLst>
      </pc:sldChg>
      <pc:sldChg chg="modSp add del mod">
        <pc:chgData name="Yasmine AISSA" userId="c49615ed-9cc6-4a52-85fc-c583af0ddf2f" providerId="ADAL" clId="{C1E26B80-9E14-4479-9694-990F20F05C7F}" dt="2025-10-02T12:59:13.324" v="924" actId="47"/>
        <pc:sldMkLst>
          <pc:docMk/>
          <pc:sldMk cId="4222025185" sldId="2147482650"/>
        </pc:sldMkLst>
      </pc:sldChg>
      <pc:sldChg chg="modSp add del mod">
        <pc:chgData name="Yasmine AISSA" userId="c49615ed-9cc6-4a52-85fc-c583af0ddf2f" providerId="ADAL" clId="{C1E26B80-9E14-4479-9694-990F20F05C7F}" dt="2025-09-18T09:06:39.360" v="337" actId="47"/>
        <pc:sldMkLst>
          <pc:docMk/>
          <pc:sldMk cId="4217337070" sldId="2147482651"/>
        </pc:sldMkLst>
      </pc:sldChg>
      <pc:sldChg chg="modSp add del">
        <pc:chgData name="Yasmine AISSA" userId="c49615ed-9cc6-4a52-85fc-c583af0ddf2f" providerId="ADAL" clId="{C1E26B80-9E14-4479-9694-990F20F05C7F}" dt="2025-10-02T12:59:13.256" v="921" actId="47"/>
        <pc:sldMkLst>
          <pc:docMk/>
          <pc:sldMk cId="2952499072" sldId="2147482652"/>
        </pc:sldMkLst>
      </pc:sldChg>
      <pc:sldChg chg="modSp add del mod">
        <pc:chgData name="Yasmine AISSA" userId="c49615ed-9cc6-4a52-85fc-c583af0ddf2f" providerId="ADAL" clId="{C1E26B80-9E14-4479-9694-990F20F05C7F}" dt="2025-10-02T12:59:13.128" v="917" actId="47"/>
        <pc:sldMkLst>
          <pc:docMk/>
          <pc:sldMk cId="2583753152" sldId="2147482653"/>
        </pc:sldMkLst>
      </pc:sldChg>
      <pc:sldChg chg="addSp delSp modSp add del mod">
        <pc:chgData name="Yasmine AISSA" userId="c49615ed-9cc6-4a52-85fc-c583af0ddf2f" providerId="ADAL" clId="{C1E26B80-9E14-4479-9694-990F20F05C7F}" dt="2025-10-02T12:59:13.066" v="915" actId="47"/>
        <pc:sldMkLst>
          <pc:docMk/>
          <pc:sldMk cId="451780649" sldId="2147482654"/>
        </pc:sldMkLst>
      </pc:sldChg>
      <pc:sldChg chg="modSp add del mod">
        <pc:chgData name="Yasmine AISSA" userId="c49615ed-9cc6-4a52-85fc-c583af0ddf2f" providerId="ADAL" clId="{C1E26B80-9E14-4479-9694-990F20F05C7F}" dt="2025-10-02T12:59:14.024" v="932" actId="47"/>
        <pc:sldMkLst>
          <pc:docMk/>
          <pc:sldMk cId="1716514616" sldId="2147482655"/>
        </pc:sldMkLst>
      </pc:sldChg>
      <pc:sldChg chg="modSp add del mod">
        <pc:chgData name="Yasmine AISSA" userId="c49615ed-9cc6-4a52-85fc-c583af0ddf2f" providerId="ADAL" clId="{C1E26B80-9E14-4479-9694-990F20F05C7F}" dt="2025-10-02T12:59:13.637" v="931" actId="47"/>
        <pc:sldMkLst>
          <pc:docMk/>
          <pc:sldMk cId="1930678107" sldId="2147482656"/>
        </pc:sldMkLst>
      </pc:sldChg>
      <pc:sldChg chg="addSp delSp modSp add del mod">
        <pc:chgData name="Yasmine AISSA" userId="c49615ed-9cc6-4a52-85fc-c583af0ddf2f" providerId="ADAL" clId="{C1E26B80-9E14-4479-9694-990F20F05C7F}" dt="2025-10-02T12:59:11.659" v="900" actId="47"/>
        <pc:sldMkLst>
          <pc:docMk/>
          <pc:sldMk cId="604492189" sldId="2147482657"/>
        </pc:sldMkLst>
      </pc:sldChg>
      <pc:sldChg chg="modSp add del mod">
        <pc:chgData name="Yasmine AISSA" userId="c49615ed-9cc6-4a52-85fc-c583af0ddf2f" providerId="ADAL" clId="{C1E26B80-9E14-4479-9694-990F20F05C7F}" dt="2025-10-02T12:59:12.301" v="905" actId="47"/>
        <pc:sldMkLst>
          <pc:docMk/>
          <pc:sldMk cId="3833540649" sldId="2147482658"/>
        </pc:sldMkLst>
      </pc:sldChg>
      <pc:sldChg chg="add del">
        <pc:chgData name="Yasmine AISSA" userId="c49615ed-9cc6-4a52-85fc-c583af0ddf2f" providerId="ADAL" clId="{C1E26B80-9E14-4479-9694-990F20F05C7F}" dt="2025-09-23T10:30:11.122" v="691" actId="47"/>
        <pc:sldMkLst>
          <pc:docMk/>
          <pc:sldMk cId="3355076544" sldId="2147482659"/>
        </pc:sldMkLst>
      </pc:sldChg>
      <pc:sldChg chg="modSp add del mod">
        <pc:chgData name="Yasmine AISSA" userId="c49615ed-9cc6-4a52-85fc-c583af0ddf2f" providerId="ADAL" clId="{C1E26B80-9E14-4479-9694-990F20F05C7F}" dt="2025-10-02T12:59:12.271" v="904" actId="47"/>
        <pc:sldMkLst>
          <pc:docMk/>
          <pc:sldMk cId="2119536583" sldId="21474826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0C341-CBD0-44EB-92C6-E3537FC82E53}" type="datetimeFigureOut">
              <a:t>05/11/2025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F66B-F9B5-4C55-9487-9B736C4268C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ABEF0E-C6BC-3FA9-8DFF-C2198B3D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7F5B3B-F69A-D095-7BFE-EA327B296C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3EAFB3-5015-6922-298B-C6EF2623DC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ADB075-AFB0-46A1-9838-FAF2A84BDDAD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74C7-F913-F604-1439-E6F1E2E6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591EA7-4D49-34EF-F141-EADA4374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B9A01B-E266-6530-AADD-CC2CDEF9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25431-7EA8-3B7F-2C1C-424FA656A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382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19E0-DFCA-A75F-FCBE-ECAE17E2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529F11-D707-821B-7B7F-2509A611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5D5EF0-27AE-A4A3-195A-567E44F82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95ACBE-8E81-EFE9-EB7D-5572EA1B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7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F267-9AA3-D243-4A56-FCB30526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599919-91BC-77F9-5F16-79CE386E1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103FB3B-2E4A-889A-6ED1-91B85F39B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75D39E-FC7B-DA70-BCC7-679AAC93F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032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C050-8AFA-7E13-88C5-0E5493BC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0341BF-BF97-DBC3-D57C-68CE657A7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9D4778-46DA-4F5B-BE2E-424CEB19C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C809F6-019C-D3DC-7FE0-6D5D176F4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344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CF8F-C464-0F10-E2BD-E8DCD2A1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5A70A5-CEC9-6E58-3FF3-40ABD1F2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A227C7-4656-EDA8-348F-473E25950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A7D0A6-44B8-D387-E256-CE7899DEE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5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EFCD-E2F2-D4AD-16E3-8EA94010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7D89C1-2426-8695-81A3-4C2ABFDC4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DFDC072-AF1C-49E8-B21D-C5EC38B6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476011-A8A6-576D-CEE8-1E81E6C8D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908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63AE-977B-BBC4-7640-826FB435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9288561-F187-6C75-7D02-896870AE8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8D1882-3AE5-84D4-1E94-BAAE619C6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7D7814-1ADE-A1DE-C695-C0FC5ED6D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630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EF74-97DE-A463-25EC-D2102EA5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086B06E-06E9-B864-076F-0C9819A24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7C180B-C2C9-B95C-9E8C-D5E1528B5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060FCD-A433-C0A0-AAC7-BA7EE4090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619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DC37-0373-D4B6-A3BC-8EE84C9E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CB91BF-2F70-E49D-2F66-FE71C7F74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408C0B-0FCA-55CE-9993-2DAC9127E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D1EA4A-2EC4-35D9-F719-56024016E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974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9E9E-26F7-0139-FFC2-BB2B4535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610506-66BB-68F4-4476-A67AA949F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23E16C-59CF-D4E2-B235-EBCBC944E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FFDF70-10C9-7A7E-7A30-5C2FB94AB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36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869D-9366-F3B5-D676-31007B2E4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689778-4E0D-097C-001F-AF8C79B74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54C80B-F5D1-90F9-FC30-AD13BDC68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C6762B-E607-8BFB-54E6-9CA5608F4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912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6AD9-3E1B-2751-0DAB-6EBCC322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27AEF6-4839-6B2B-0E88-D5D836EA5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B80C28-5680-5899-341D-416B9101D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D4F92A-B57A-791C-B202-F6987ACBF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633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D4072-F43F-F3FE-2D85-DFB5B76B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7F2477-41B9-689B-0B8C-751EC2AF5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13F362-ED3F-CDCC-AB8F-D4DAF3F4D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7F4276-E129-708D-CCD5-AF7F40188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576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4390-5F90-FADD-FEF6-742A6CC3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827692-F476-F375-7B22-FA319AC9B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654018-3AF5-BDC2-518A-2F53D142A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9987BF-CC3E-0816-8147-F16709B35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328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E15D5-E26F-6153-6DB3-0D20AEC5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1E8694-96E2-AF35-5CF7-FB924C286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CC5FFE-2BAA-E06A-5750-7F42FFC01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1BDBC1-56F2-3EB9-CB88-A9B656557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954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0622-E33D-D458-A38B-5F2348D7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157C1E-2714-F37E-9D52-150DDE97D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199FB49-137E-C781-D441-71243B849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CB529A-4B4F-BED5-33FB-BF2F549C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852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AC1F-B0EB-1486-60C6-96E1A5D4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68DC6E-3954-8132-F1D6-5130460DA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5A0BF1-F982-4DF0-7554-D6DDD0FFB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4D6DCD-818A-AFE6-614B-C7DCBAD16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741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3B74-6FD5-AF80-A1D9-1D0F037A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AE77DE-F6D4-E20C-1C97-37D654E68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ED2715-560D-220F-D2B6-7F3E40EAA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9F33B9-AFFD-9E2B-DE05-7C87FC959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546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17AC4-2249-52EA-F01B-7DDAA421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042CE3-0FA0-F39C-05D5-3B46E3805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1DEE91F-EB7E-2522-243C-AC767ECCC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69E00D-79CC-F2BC-7168-7AAAC915D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843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6AF5-FF07-49C5-4EC5-070D8296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279E99-C519-DF7F-6CE5-CFAD8A5C7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552AFD-5AA5-59E4-3AE7-71C081DA3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1DF0BE-430E-1F17-FC64-F8CEC048E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3814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0EDC0-BBF0-1562-AD5D-5F40F8CF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3E03BA-EE84-C845-0DF9-7AFEF6ACC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0D2D8BD-0C64-2720-721E-7394CD51D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B63084-59E5-8184-C8C7-F35882D3C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618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D137-58F6-383B-B1BA-84D58641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B2C104-0F5C-E2A8-1DB0-C56B6AF72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9573C4-0BA0-9BB5-85FB-79C7C97F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4483D1-ECB5-8F35-1869-1EF15D097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9464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3A6A-A1F6-3CBF-99B3-D7B85E28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FEBBE1-E0ED-56E5-695F-0F3077711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B648BE-6CE2-6DA3-ACA1-BCAC89484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38B8E2-3360-185F-2B53-AB35BA1BC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7251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D274-81EB-D295-B5F3-E3C63C6C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906673-9F18-398C-F6B3-E2EC7E0E9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41B43F-3192-010D-9EE5-7C67CA862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6B8418-D918-F8C3-7F93-482B646FF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7736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C157C-CBAF-7059-F460-4A33E325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798B6D-C119-3C10-4163-9513B7E99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96C5C6-1EA3-EF6A-426D-85BBD429B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C5E1F2-868F-23E4-87D6-16A6D0708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035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D7F8-458D-4770-CCD3-DA830318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771ED0-66B3-618B-BC9E-3E4640C37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916E9DF-662F-30BC-29A5-CD0DA611D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DC2C51-4AC9-7402-9537-68FA4342F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964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 couleur">
    <p:bg>
      <p:bgPr>
        <a:solidFill>
          <a:srgbClr val="469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7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" descr="Une image contenant capture d’écran, conception, verre, art&#10;&#10;Description générée automatiquement">
            <a:extLst>
              <a:ext uri="{FF2B5EF4-FFF2-40B4-BE49-F238E27FC236}">
                <a16:creationId xmlns:a16="http://schemas.microsoft.com/office/drawing/2014/main" id="{859F0A23-531B-F311-040E-141926CB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35" y="0"/>
            <a:ext cx="12181161" cy="68519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Forme libre 27">
            <a:extLst>
              <a:ext uri="{FF2B5EF4-FFF2-40B4-BE49-F238E27FC236}">
                <a16:creationId xmlns:a16="http://schemas.microsoft.com/office/drawing/2014/main" id="{15B3C033-0960-C668-C726-4383861A76A5}"/>
              </a:ext>
            </a:extLst>
          </p:cNvPr>
          <p:cNvSpPr/>
          <p:nvPr/>
        </p:nvSpPr>
        <p:spPr>
          <a:xfrm>
            <a:off x="-12024" y="-12701"/>
            <a:ext cx="12204021" cy="68707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900416"/>
              <a:gd name="f7" fmla="val 6851904"/>
              <a:gd name="f8" fmla="val 1048512"/>
              <a:gd name="f9" fmla="val 182880"/>
              <a:gd name="f10" fmla="+- 0 0 -90"/>
              <a:gd name="f11" fmla="*/ f3 1 7900416"/>
              <a:gd name="f12" fmla="*/ f4 1 6851904"/>
              <a:gd name="f13" fmla="+- f7 0 f5"/>
              <a:gd name="f14" fmla="+- f6 0 f5"/>
              <a:gd name="f15" fmla="*/ f10 f0 1"/>
              <a:gd name="f16" fmla="*/ f14 1 7900416"/>
              <a:gd name="f17" fmla="*/ f13 1 6851904"/>
              <a:gd name="f18" fmla="*/ 7900416 f14 1"/>
              <a:gd name="f19" fmla="*/ 0 f13 1"/>
              <a:gd name="f20" fmla="*/ 1048512 f14 1"/>
              <a:gd name="f21" fmla="*/ 6851904 f13 1"/>
              <a:gd name="f22" fmla="*/ 0 f14 1"/>
              <a:gd name="f23" fmla="*/ 182880 f14 1"/>
              <a:gd name="f24" fmla="*/ f15 1 f2"/>
              <a:gd name="f25" fmla="*/ f18 1 7900416"/>
              <a:gd name="f26" fmla="*/ f19 1 6851904"/>
              <a:gd name="f27" fmla="*/ f20 1 7900416"/>
              <a:gd name="f28" fmla="*/ f21 1 6851904"/>
              <a:gd name="f29" fmla="*/ f22 1 7900416"/>
              <a:gd name="f30" fmla="*/ f23 1 7900416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6"/>
              <a:gd name="f39" fmla="*/ f28 1 f17"/>
              <a:gd name="f40" fmla="*/ f29 1 f16"/>
              <a:gd name="f41" fmla="*/ f30 1 f16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1 1"/>
              <a:gd name="f49" fmla="*/ f39 f12 1"/>
              <a:gd name="f50" fmla="*/ f40 f11 1"/>
              <a:gd name="f51" fmla="*/ f41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8" y="f49"/>
              </a:cxn>
              <a:cxn ang="f35">
                <a:pos x="f50" y="f49"/>
              </a:cxn>
              <a:cxn ang="f35">
                <a:pos x="f50" y="f47"/>
              </a:cxn>
              <a:cxn ang="f35">
                <a:pos x="f51" y="f47"/>
              </a:cxn>
              <a:cxn ang="f35">
                <a:pos x="f46" y="f47"/>
              </a:cxn>
            </a:cxnLst>
            <a:rect l="f42" t="f45" r="f43" b="f44"/>
            <a:pathLst>
              <a:path w="7900416" h="6851904">
                <a:moveTo>
                  <a:pt x="f6" y="f5"/>
                </a:moveTo>
                <a:lnTo>
                  <a:pt x="f8" y="f7"/>
                </a:lnTo>
                <a:lnTo>
                  <a:pt x="f5" y="f7"/>
                </a:lnTo>
                <a:lnTo>
                  <a:pt x="f5" y="f5"/>
                </a:lnTo>
                <a:lnTo>
                  <a:pt x="f9" y="f5"/>
                </a:lnTo>
                <a:lnTo>
                  <a:pt x="f6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buNone/>
            </a:pPr>
            <a:endParaRPr lang="fr-FR"/>
          </a:p>
          <a:p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ACAFF8-5FAF-3A4C-FD9F-0C2AF84F3148}"/>
              </a:ext>
            </a:extLst>
          </p:cNvPr>
          <p:cNvSpPr>
            <a:spLocks noMove="1" noResize="1"/>
          </p:cNvSpPr>
          <p:nvPr/>
        </p:nvSpPr>
        <p:spPr>
          <a:xfrm>
            <a:off x="6272692" y="-1487536"/>
            <a:ext cx="6259552" cy="9155155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      </a:t>
            </a:r>
          </a:p>
        </p:txBody>
      </p:sp>
      <p:pic>
        <p:nvPicPr>
          <p:cNvPr id="6" name="Image 20" descr="Une image contenant Police, capture d’écran, texte, Graphique&#10;&#10;Description générée automatiquement">
            <a:extLst>
              <a:ext uri="{FF2B5EF4-FFF2-40B4-BE49-F238E27FC236}">
                <a16:creationId xmlns:a16="http://schemas.microsoft.com/office/drawing/2014/main" id="{98EF276E-668C-4054-FACF-3288B96275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430" y="-101909"/>
            <a:ext cx="2778651" cy="1547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AF016-717A-AD95-5291-C0F4D2AC35DF}"/>
              </a:ext>
            </a:extLst>
          </p:cNvPr>
          <p:cNvSpPr txBox="1"/>
          <p:nvPr/>
        </p:nvSpPr>
        <p:spPr>
          <a:xfrm>
            <a:off x="183892" y="2760929"/>
            <a:ext cx="638068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 err="1"/>
              <a:t>Statistiques</a:t>
            </a:r>
            <a:r>
              <a:rPr lang="en-US" sz="4000" b="1" dirty="0"/>
              <a:t> départements </a:t>
            </a:r>
            <a:r>
              <a:rPr lang="en-US" sz="4000" b="1" dirty="0" err="1"/>
              <a:t>d’Occitanie</a:t>
            </a:r>
            <a:r>
              <a:rPr lang="en-US" sz="4000" b="1" dirty="0"/>
              <a:t> TX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3DE-F824-6969-FBBE-29B03F90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05C4F24-C0D3-D8A4-4A07-09025D3625B0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ARIEGE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45152B-F54A-D67B-EE0D-3FA1A3FD83CC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34DF538-E9F0-0B44-F589-4C4181D1DC8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468E728-29DA-5619-520D-D31DD10B32B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4FA8746-EC27-654C-3EDB-4C62D6AECB7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B6B17BC-BD6F-59FD-F6DE-1C085985088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EB093F-3859-DD65-1AEA-C6212D612C7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864B921-D628-B035-C269-AF31B6F214E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6B8C32A-10F3-AABC-47C3-F57F9790D536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F645B7-87F0-063E-C7B7-0E7204423537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8548204-8463-017A-5B00-A150C1ACE85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72E7E6F-B8DA-80BB-0979-A84CE5A38F1B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D34F4E2-18A7-A3E6-AC08-68098503A2BB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331207E-2426-D839-E53D-7F7202CEC9F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644FEC8-F01F-D84A-4E4D-A82FEC9A024C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B7B3ABC-6992-3752-38B4-91E939E95DE2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5145C4F-87FD-E168-A336-D1720BED76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3D83494-E176-ED6E-7A8D-E990E1DE660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4935BA-B20B-5DB1-607D-8F22A7B494D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C176308-978F-C2F9-AF60-2B183A7ECCD9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3F455FD-E88D-7405-991E-37B0C6E19242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F0C018C-4817-0181-3947-A844488E1C3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703E699-58D8-6B8F-DC7F-483326C52C7E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82BC159-8C69-90AA-C743-30D6C1510E8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8F2ED3A9-C606-2360-429B-8964A569658A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0FA3554-BCDE-82BB-C72D-7D4316538EA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9059AEF7-F9F1-A4C0-D049-7015D974FE7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439E817-8025-6F3A-45F8-E05DEB4726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FD611A0-15EF-B4EF-4E1D-9A9A44C2670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87D19F-1836-F7C5-AA3C-70B83B12E70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8BFECA-35A7-3952-D0D3-4C4790A3BA0D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00EACE-7FD2-4185-F16B-072F09247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891686C-ABAD-70A6-7C59-37E44BF72CC3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EE8C1B-8817-6191-CEAA-7BD203323ED3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FB0924-12AC-F997-0B77-A4FAD0987D96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690D36-67F3-1151-F205-590C3364094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7B5E32-AC53-FF22-17C2-62CD54BC61BA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AA6D7A8-92F7-0AFD-DF8E-D060716EE594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EC5DF12C-6ADE-ED2F-A129-E1124BB014E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50C04745-4579-1D45-4641-64DEAF39FF0D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4FBCC95-45D7-55B5-0FF0-33FE36C06E29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689E069-C1D1-30F8-8A68-11B873A785A4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8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FA01-5460-2495-18B8-08FA4F96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678E8C-D513-5D13-F6AA-E46FDD6AED15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1A3736-64E6-8F6B-A476-D87E8F65193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ARIEGE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0C0E378-238D-CF37-252B-FB9BA569A50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FC6F767-A620-4AF8-712C-D56929915C46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475E2AB-25C7-A228-E7F8-948E8D491796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BEA8D84-EF27-B5E3-C357-95AFD5A99B8B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CFB2F85-F6B5-3541-8622-50DE6E8B006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8B365DD-07F0-78AA-3A59-A9DE0909394B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89DEFED-9F28-18CE-DD79-76C09B485721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998B906-5A07-15E1-81E3-35AA3928E09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53D10A0-ED3C-0C82-54CF-45070514569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9B4D0AB9-747B-8924-C53B-B7EA78D5DAB9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BA65AD-58D6-AA95-7815-8EAC9E023D1D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714614-B623-0AC2-EE14-19E3F5C4A0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094D693-A649-EFAF-F30C-83E1AD923031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07E5D1-3D01-9F6E-8F4F-684F492E3C3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12EACBC-F4AB-6ECA-AA06-32D8EB5D2D4A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6AA4C82-D82C-DEFB-1F77-50AEBF9ABBCC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BC43AB-7394-6281-2CD1-63CCD1ECB03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7D684F2-CC6D-B3C9-CC6C-C90B542D7D5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000F295-6306-F532-959F-02D6A488AD64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57C9BB7-CDB3-E71A-1F34-628958B555D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D24B473-3441-75E9-5931-132943AE1E90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205BDB-966C-465F-B95D-DA23463B3D46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73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72E4-0F89-DB9E-690B-8F46DF79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537E2B3-6DAC-8270-12B6-A30C0B99881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AUDE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76DFEC4-E312-716F-4AD1-46FB8BF845F0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BB54DB3-1084-5310-1D14-D2C8C391FD87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2EE528E-4971-9C8D-7765-62A4DA48ED00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6952C7F-D695-1A17-9CE0-A9A5E9CAE060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8D41A17-C43A-9589-1B85-891D2D85F70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0F806BF-25D1-3C01-9D5C-73366BF745A8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C3BD982-8DCC-AEBE-1F93-C186C0CDF309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18AE383-CCAA-96E3-77E6-94DBC6D0B988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E52D51E-8A8A-30FD-9D2A-0547CCD7F226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3E9A641-2E25-AB98-E241-7C49173ADA5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06B2CE1-20EA-F071-6807-D5C2830C5839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275318B-5566-9CED-8E74-C4149EB4EEA2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75A2C80-1A83-1375-5FEE-85E8D5A9BB06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962C7D2-6938-4F1D-2D88-C37528BD1F4C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EA19999-1B53-711F-0C40-AAC319B71CEE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73472DE-D696-1643-848C-D1C4F813FC2E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33DBD4F-D099-E2A3-BDF1-0CE4660BBBB3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B567179-1BA4-9280-3A83-38496C2C44F9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C231BAAD-F4B6-FD18-2D7A-99AED85E5E81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F08D1BF-91B9-46BD-DBF8-D5DFADE3472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5AD2A52-61CB-E960-2BBF-C50E247B6424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50ACE327-A0AB-85A1-9F55-2D3A9921008D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C82B766-3999-A250-4BE1-068FFBC31EF8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F0099E81-DFDB-8F2F-0647-743A7765B31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CB94E79-7E6F-92EF-298C-A0AB7161652C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813ECA7C-0B5F-4572-33A5-1DCE14EF7213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A290010-3C24-1214-7997-D0CAF90E43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93ED2286-B314-D14F-AE42-4AF57A8B7BDE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AB0426E-C083-CD51-D97C-36CA71AA66C9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E9134A1-2A96-27D7-9A9D-A79C5270D64C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B734DBB-1E7C-F31C-F632-EE5DF3A99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8D3675D-A08B-104F-54D7-1AF6F6A33D47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D12BDF-417E-481C-A145-88B4243AC84C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6CD5A32-41F2-C859-B76D-D0E6DBBA47DD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3ADF632-2987-F1A7-EB9F-AB41D445F905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A96F256-ACC9-DB99-76E5-3874698B79FB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527BD188-381C-55A4-A24A-C397047058E3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B15CFE1-30C1-4516-FD2D-D9A6E0E77AFE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979F4399-6FE7-156D-E349-515089CDBFC9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6C4E500E-25A5-BA76-141B-EE7B242D778F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87521437-FB7B-05CA-C9A4-402EF96EF44C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194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95A0-A500-BD11-27DC-A00DA4B8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3F2B8-6E56-EA75-F062-15710DF399F7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189ECAB-D326-EE9F-272B-7406DF1CEB5F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AUDE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4A0EBAD-FB36-32B1-4080-137425857872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6C713F9-28BB-8801-79F8-B59BF1BE4AB4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D5265D4A-1603-4521-8437-2D989DDC7D77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EE197167-036F-D5F8-624C-6801FF34D63A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4EB69903-5D6C-F38A-04B1-4CF6DAF0FFE7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9797148E-18E1-8D4B-3A67-5702BD8AF6B5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3979D57B-294B-D0B1-BEE6-91AF76006982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5623EF8-4F83-B28E-B913-501FFB5D91C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F0F2EBA-6F5A-23D4-A5D0-E9BC7E7C438E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E4FBEB21-C2E7-BBA1-945A-A3044264FA3A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D4E78A1-29EB-EC7D-DA0C-5563CDF7D5AA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FB0843-8C92-C851-7AC8-FAEE648029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9518943-53E6-D828-A2B5-C3D813854B2F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CD63C05-90E3-FF6E-082D-35436A9361B2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1F0FAB8-2A47-30E9-76F0-1E558821D551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30201E0-2CCE-572D-91B2-44E9373423B3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741D704-4250-BB61-1B2B-52D74E461F1E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A0923B92-6CE7-8B01-F95C-4EF3758A2E67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9918F8C-9D32-8231-8CBD-E13B6A2F61F6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4BFF9C0-2017-A722-A2A6-71CD75F0A5B4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0869015-B41E-3F3E-2542-81744632B2EC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5699E6F-D9E3-8DEB-67FC-4ACD889B1935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87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B4EE-4D9B-66D7-265A-A8223DC9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52B8A46-4CD3-FFC4-088D-A5238DAF1104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AVEYRON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F280C62-0F53-C1A6-1933-9396C0C4AEA1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EE107B6-585C-717F-BDE5-D7AE5ED5124A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B155550-E789-AFB6-0A22-B3B0F149939F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0E622D1-A647-386A-BEF5-99D5E7A81ED0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B5FAC2F-3416-837B-0F4F-20B4933973CB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F570035-EE72-E837-A045-1EA3D0588833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F023B3C-7BD0-CED7-5D33-3A2A122B7E00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939DE9F-C3EB-361A-FEE4-5B84C69B20F3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8866F099-CE19-7350-3639-3BE8A0F0149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CDDFBFEC-1F8E-A361-7A8A-35FE391EFEE2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0D4867AF-CD68-BE19-2EDE-83323028E3CF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C5F7EB9-E290-A7D5-E25E-16FA7DA5071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819C011-A65C-5AA0-EEBE-286E61A384A2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0DE4480D-4C4F-4D72-A49E-2BF5E55D6D80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E58E15FD-CF83-CEF8-52C4-9E67D4AFD5CC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4C80F67-8388-5836-0FAB-7AF6CD18CC39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BEAC4B0-7025-5BDC-8271-8CB60EEE21E0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1FB1BC4-0598-23B4-33C5-767D5E66D8E7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2A95E276-6220-A326-34E6-06593D32FFC3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AB5CDB6B-BF28-8C3C-C97B-EEACBBDAA02B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B80EF4B-96AD-E437-C95D-04A729711304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31C4F32-1B72-E71D-9BA1-A2454B7F37F7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388D1CE-47F0-5B43-C1DB-05A8BD6FC58E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8FC2D16C-CBCE-6A13-DF9A-076D984DB4CA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EE8E793-1669-52F4-D072-DA626FA89693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D931F1EE-95DE-3BBF-8F7B-ED2CC5AAB661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3682A24-3AFC-9224-D70C-63A312DEFFC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FA92FFD2-B572-4C04-B1DA-9084CF6F6D6F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364D662-A150-C2EC-FCF0-5EA302B24883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A858962-B1E9-7838-48A2-B7AFAB558907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731335D-589A-F2EA-1E63-14F390B4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8B2564B-B525-9D08-E54C-C65D2C982499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4FB4CC-6282-E354-379A-9DD488F7AC01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8A1CBAE-9322-5B33-27A2-CBADC174C0AA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080E7D6-1C8C-A1D2-A8A0-118A6A46D68E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F1F4762-71AF-299C-FDCF-0FAF7B7D86D9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2F4C0551-0393-AAD1-C08B-CCBA7B6BC8F4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0772B62-25BB-6E69-BD67-D0CC6BAC791D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EEBBAFCF-C1A9-4463-74F6-DE2E72E06BC1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CE654D4E-6A4E-7A63-5506-E4E5D27F7AFE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3393DB54-EADF-06C4-8551-EE5AE3FFBB75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599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D955-DAFF-78BE-5E44-B3A04AF96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3002D7-0971-E45B-A11B-F489E13D8DBA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15E55C-E7DD-E332-1E37-39D04FB51199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AVEYRON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E9A1473-AAF7-C97D-5E1D-99294AD2327E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634A466-A107-6396-44A5-5BF325EDD57C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0D8651F-1ECF-966F-BD02-C5A4C0AB71DF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04DCE57-4E6B-4BA3-FEC2-DC64C98E2477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8AAB36AB-D14D-BF20-F05A-67E38C1231CF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24E2DEC-C735-5770-5407-E85CBE9E3084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D6D6ECF6-130F-B534-5E2F-EB748AD0B258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5A53407-4E5E-201A-9C61-294E3B2C617B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85B2-A092-2F40-CD84-711CB026F216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E3205E50-38AA-9D1D-464A-9CA0628E714C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80F5833-F4F6-9A14-8585-1AB61011FBAA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50FDE89-073C-4D35-0C3A-47E791769AE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5CC3ACC-B381-6BA1-B816-46883B589D5C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8978822-9F36-4AEE-5A0C-2C432B5E30C6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F27D61F-8553-0513-0D65-65D75BC1C228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5724BCF-8AFF-13B1-AB31-D1CECB8C6CEB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72C928-DC22-0876-96D5-55AA5F18AD7B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9DDF6DD6-63CD-6131-47F8-A3BEE57B49E9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D622BD2-D8FF-5B9D-71BF-813561469CD2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6B963DC-A3A0-5294-29C9-066C476517CD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A201CC7-0920-3636-A049-FF0429B60459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377764A-0589-886B-B69B-E4F579ED7F70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05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289B-3571-ADB4-4D80-89954305A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BF32028-9EDA-20C0-8558-B5432A653015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GARD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4B1471-30F3-5515-D21D-A915A23AC9C5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4342DF0-7C1E-7085-0EDE-96DCCE156582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B824B52-1148-698E-9168-5DCBBCA77A93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971C8A9-3892-4C8B-9DBE-1CF89FEA299D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14192AF-F968-E7E2-0CDA-70511788BCC9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D92EDA0-99A6-95DF-AD98-20E554E66807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C4C05BF-5F2F-CE11-A968-58778F4A1284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AFE95BB-9C21-7C3B-CB7F-B168003EB3A4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9DBDBEBB-7525-C70F-74E3-0A39DF4EECF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6D20C8B-F45B-5079-C6FA-1A5EBE86E8B2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3EFD0B6C-DB09-7188-23C6-400A31293570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F54E8446-7779-E672-7037-C476E33727C6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06EE3B0-74E1-1431-40CE-6B4121276DD8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B6439DEF-63A1-9FFD-1B5E-D3BEB6B25DD5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5C2FD5F-C418-AE70-DA5E-8670437DCD65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0561DCC-91DE-F4BB-AFA3-57CEC20992D5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40DEB622-8E4E-AD82-82AE-04C502638E60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D0DF33D-D65B-9B0F-47B6-2092D0080F7A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28C6A9F8-D161-01DE-88FF-28E8F076334A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5FEC12C6-3B9E-BA14-3F8E-9CA5BCD0B84E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17CEE18-BDD9-A9C9-E0BC-BAE457A704D5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1BAA398-31C4-857A-E6B2-39BD8D675687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A408078-A793-0D8B-04F3-12CDA813CCCF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9512CCC2-56F6-B1AB-712A-03C97F875FE9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B73A7B6-DC9E-84FA-12B2-621B151DDC12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316A107C-5A0B-5F4A-261A-77E985BE7611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0B6C206-73ED-A4AD-1176-FB72E8F59F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0137B98E-BDC4-8527-4307-76789097CEB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FC15852-AF39-894B-05ED-48DD1A0A5C93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C2A5882-D5A0-5CD6-98AA-67A181F9A6D8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84088A6-6080-5C39-0038-0BE38AAA5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86C5BE-9E4E-DE40-D7BA-216D0EF30068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D97CD8B-5269-8B79-78A8-D676AFA5688F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3ABEF8D-230E-BAFE-0579-9B6471B5FBD9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AE5F61-E423-14FE-B8D0-7ECDC214B5A8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C4ACB66-494B-47F2-D3E4-075169FF1F04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65386C8F-4059-D69C-8BCF-10DCF800FF77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36F8093B-16A5-B27B-DF48-31D8AE306113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37DE4FE8-4F9E-A0DF-739D-E2CEF180F9B6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00AE49B8-AFB6-3E87-ED74-CFE60B2DA152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9E5369C8-80EE-835C-9BF0-79DE2494D39D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4033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89492-E799-ECAD-5318-E39A486F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ED3B48-D674-15B6-AC1F-07A7A7F018B4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4AD3C0-0897-B60F-ECD2-40A2327202EE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GARD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230E4A7-67E5-07DA-6009-F9F3D0602B62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FB6E48A-5E30-01D4-A77F-E53F099EFE50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C33FA7A-541B-6044-0BDD-73DC4779E6EA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AD462B7-F908-0BB9-8A0A-D8C3897E2850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B52B680-1469-D731-8A36-EE6579B427E0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B9FBADC3-48A3-6DB8-3096-50D17443C373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6DFEFC35-EB61-DD86-F7C2-E0B9C088301C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81862CB-0D1D-65D9-B8E6-7B8773882AD5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643ED87-E36A-0B7C-63EE-68EEC8D4735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343100F4-C11D-3838-2816-788E928885F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2B4D28F-B9B3-240C-2734-3E087FE45232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F80DA19-104E-D770-D76D-57E24E5ABD1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0D0A758-D5E1-EFFF-B691-330A7736A5F5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8DEA41B-B323-091E-3F50-9F9C97D12EBC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073D091-9540-759A-62DA-C2CC041214F1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C5738B4-9F78-C0CF-5CEE-06C74F06F739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2B3539A-937B-8A44-5F7F-5A4DA5C5547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8CC53E7-EC06-A01C-2E25-E8383C7B695F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20E05EE-B30C-5277-408F-B71D24DE75DD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A5EBC9F-921B-BB36-3279-0B4657EBF3BD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A766BE7-040B-562A-508E-1AFC4EAF64BF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D018FF4-62D0-EC96-D9FC-5D325DE90FF8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95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1E0F-1399-EA6F-F02F-77A87546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EDA5CA6-16CD-21DB-0DC3-B5C2B21C4E49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GERS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A68FF57-B913-09A5-58A5-8ED9A5EEF63F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9C5A855-7E20-6042-AE43-D170F9574CBE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196F61C-91C8-BA88-0A5A-3406093BC7F1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6E62FD3-1AC8-3545-F741-7065B0A32B0F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84A37D2-FE7B-3F13-0D28-6BCB39638F5F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58D031C-D59C-1759-43DD-F808696CD79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157FB2E-D2E1-E1A3-9B97-3A8B222F382D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EA5EBAB-8D69-3146-EBBE-CCF9541167EF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3E91F17-75F1-AE54-57E1-669265E05668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D2E60B6-9734-F983-825F-5E4CE5D86199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F8B61F9-4CF9-9770-42D1-6C2D02E7B122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AA97431-6243-08F2-5AF6-536BA8BB4AEB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6F85284-B216-BD03-07B2-5478C1D8EE0C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CFC8DD8-5B3C-E263-F1C9-E14EFF62CD90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031EC14-CDD2-8091-C49A-C805D8DE8BFB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737037D-5EEE-BCD0-776B-03BF805B8418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EC192DE-9CDA-9C56-7E0D-D2F8ADB2F23E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CED7EC2-15BF-43E0-25C9-9A1031A20B9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C4BFE376-4992-3B7B-EA91-D0F84C488B50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816FD05-DCED-171B-1B1E-9C301ED451CC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B939B9B-1949-1CD7-EF97-C92C20463E9C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D5CED26-0305-57C2-E4B5-E5373448A2F5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A54C1F9F-7B45-4FE2-52E6-3B7990420777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7916587E-E423-4638-1EE5-898A8E20182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BDE4D3F2-ADDD-C81C-26C2-45F5020D5475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4422839B-5E60-C51C-B232-E91F57620CD7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DFEE64D-4692-DA94-E81B-02B4398273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319E746-9C4A-4C28-C37C-2673636718D1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2759A1E-3D60-922B-02F6-3D2E3761C1E6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6A09777-BB36-8159-1E87-53AB86DC853C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A649A9-BB81-9A22-5138-BA8B39379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889B2D4-7E3E-0DAE-8038-23109F8178DE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68EC95F-FBC6-F74B-8CA5-9E94CDBDC4D1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481A066-68D0-C4F4-7851-6E8444419A28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F5AE0FE-8B08-1833-CEC5-B05D16B02CAD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EEF4E60-28E5-884B-9E34-4B099617929A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01068814-A4DB-2B74-A082-015AD6C53F3C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66A4F9C7-EDD3-A7B6-4E65-90152564AB5C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03D377E9-DB19-C88A-C3FA-DEF1B9326FF9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C0047EC6-656F-90C3-B9C6-555175869E3B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E8B64EE4-2ABC-7EA7-56D6-175FDA48A55A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961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EB5A-5DCB-2786-650E-5ACD650D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DEE365-575D-1702-8FBA-6B9EA84713EF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C8A1931-D6EC-C2F3-A49F-E1701FA1272C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GERS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D948D2F-83EF-A25D-18EC-6B04E69545A9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CB7FCE8-FDF6-B40B-8861-7A076C23FC32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A9BD297-DA8A-12B4-72F5-58F191DFEDE1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A0330A2F-C930-355B-3B9C-50319683CE7C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6EE841D2-19E9-1503-37B6-DE8512DCA2B7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2BCCBC89-24FC-ADF7-0341-DCD730ECBCF5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2D5725D0-3136-9EF3-6E61-C3872DF7B3FA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9E325CA-408D-A04C-6799-405ADA0B88A8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6E09047-ED18-C815-6473-77D17BC10A65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7BBB7A4B-BDD4-BEE0-3201-9E54181EDE8A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4B60BCC-B37E-8B7A-13BD-794E3858943E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4C823D5-0081-3337-88E8-CA25946DD3E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A245543-5823-71AF-A151-4A35947E59FA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6B107FE-2420-50A9-B705-1BDF1085183C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4EF755F-E0A0-B614-2CE6-F95F5F3E4248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9CCC194-6F09-AB0A-F050-CE9A5C1C7525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4C16CC8-9361-72AC-8486-A636D48B4BE9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04708B02-1CCA-DD6E-1741-DD272D7573DD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AEAA21E-57AD-6553-4A4A-635F385146C5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0158056-BD17-6D31-698C-7C641B81ADBF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D786523-208E-BAEE-1553-7587612042BA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B465392-F388-2385-5FD6-17623A695432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9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D8790-969A-2290-C952-55F8282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6BC6458-C1CD-0DDF-4E12-C8E2A4DB59B4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HAUTE GARONNE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809F8B0-8C6F-6776-54F9-58D91B0B3652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E98DDB9-3691-C1D2-BADD-6A30DFD035B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51A0F5F-EF2E-DAD7-E6D5-139C99F83AD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02745B8-5554-82BD-E0E4-711225741CBA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E3620C8-4511-B66E-B43A-30F58F2C411D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EADF84-6BBA-B9AA-B260-492B6C8A716C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1D78A68-796F-152A-605E-25109BDA56B9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9D02015-798E-2F94-B722-84CBE7CEAD15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421FAD13-6910-6C7D-8A95-884FAF1C8DE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81F19B5-FD61-48AD-BF64-98CF342CC65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36B4631-6C67-EC75-EEF4-FC3DDF3EF1E8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501E165D-074B-9611-902D-A8C353EF9B49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6AAE67BD-5826-AFFB-0329-AB7C0343394E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0B74BD2-9B91-DEB3-CCDB-42654A0EA51D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E1876DB-9837-E658-7A61-DBFC1415F5FF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03C05AB-4935-DF5F-F0B7-4F9C7BEC8752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2319268-C4A3-2E98-19A0-43D7C8C00353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64A5521-0346-B948-1247-B6815F03A06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596F3DD-D10D-7854-1B62-E9CFE5BC4D2E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58BAA543-D5E5-DA63-7ED8-4A46012CF047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2C3C18D-6B0D-4D4F-DCD9-B033AA223488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64D1FC4-DA26-498B-9718-0D4200B1F420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325E531-C174-3A3B-F1EC-C8AAEC803A8A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FEBBFA82-FE58-1EC7-8FB1-6EA776CF46FC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7C2CB299-B901-7EE5-EC75-9A48B6A7D051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3803C2AD-782B-B41D-595A-A364629680D7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315FB1B-6C05-DCEE-B5C1-BF335036B5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57CEC38F-046F-9199-1700-D55F09B73E2A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8FCD320-8AC5-2A74-A1C0-BCD60654937E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E9818B1-3DFA-C6BF-96B8-72F7B1FF3D05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001C3C-C367-53D0-5860-FD1A329CC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AC656A3-DC48-29DC-4DAF-149BC8F3D47E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1D8783E-0D13-E63F-ECF2-31F5A536E17B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F707D18-A9FA-75B7-FA17-C1806705FF73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95D6E88-4855-1D68-0A4F-D090339694AD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D312D15-9DD5-8973-8DA5-DF6DFF54C0B4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580D1BC4-647B-D75F-AE36-72AF61DF30C2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4AF74997-A60A-F806-8567-3A61F032F044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F14C1F66-A674-50C5-CF3B-301082A35248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E30069FF-C584-9632-395B-D6D128249BF3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ECEE726F-A2A0-4140-8DD3-9687A55BBAAF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6153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B6D5-2D32-7C0A-5C08-F7119431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40184-E644-A46B-C939-6AA3AEBB1481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A4B0AD-E54C-2511-289A-8582A2B871CC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HAUTE GARONNE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7013E81-4E88-C2F7-506A-5D9CB9CEF34A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C380DF0-5211-D739-AD18-6EA1E177B334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0F3AECF-1A6C-8EDD-2D0F-E236CF961F18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548B631-00AA-1BC4-7FA3-A0C878DE3381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8C7C7B7B-1469-3435-F0A7-C43600293BDC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E348BAB-E579-C6B0-1DB2-6089CF1201F7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0D4EAA68-023C-9BD5-8883-260ED70BB516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BC81EC7-867B-BC9C-A243-F79ED0EA1D66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21C0B54-7E63-AAE2-75C3-1E56F477CBE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DEE8B817-FDBB-0422-CE96-AE678E5577B0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010393F-D3F2-E3FD-50AD-A518A58ACCDC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014F593-83DA-C4C3-37BF-8093B73B3B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C5AE09C-2FD5-EFA0-D3F1-2C94B778F16D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1DEC4F4-2B5B-15B9-841D-2993F0BFFEEE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2BD703A-7D1D-6616-F9AA-4BCCC502A8F6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7EB6D1F-F104-9AFD-B473-F9C9F23B4169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0158136-E199-00E5-4FBE-43BB8CF90C5D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D4969B91-4CE4-ADF7-FFBB-6F2FE2C3CD59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7C09336-8C01-6DE7-74B2-9499FAD619A2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040549A-A516-5E99-1792-F64E8566B642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B243F2F-3B49-3C83-6508-3AB0831CC0E3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0CC2E3C-A990-6C9E-E11C-20F0BF45C435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396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1A01-4979-EAEE-5590-633DDC66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7BD6016-17B2-DC79-1155-86ACF7FB5C59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HAUTES PYRENEES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65A1965-13F7-B830-5098-A95EC3DBA08F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A466762-F58B-031F-C317-B4ED257214A8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E4DA5D-C73F-CFFA-0900-C348ED335BF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05F96DA-DFB7-79F7-A370-865A0991CF30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E32CBE5-84D4-4B6D-469A-C57AB24636D3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9178A4B-9930-1682-023C-EB6C4210814A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444AC95-A207-4144-3D0F-B6146F8BC099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A36B74E-9E24-008F-06F4-B48E72F5B5CC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C620B8C-0A48-362E-8123-D5D138AB54B0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B922FDD-45E4-D11E-3816-F4393650CC4D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BD2F822-A548-16B9-6050-1D40B5E6E40F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797593C-162B-C29F-6E6A-2EEE68F6F3AD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AEEA392-1CF7-04BC-FE87-62754FB64CD9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3C43F6A9-50E3-7533-E7C3-03567AE100F4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CB7C65F-0A4F-BDB7-1536-7A9F813303E5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5AC4A82-F2BF-7761-9143-BB1831C17DFD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29C22844-D0D0-7B7D-0E6E-AA4EE75A2FFD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2A44C15-D620-9E0B-3AA1-C477A4AA7D82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537184C5-36AD-90EF-ED89-85E41606A0A0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2AE95E05-5AAD-8929-04A5-3A829A51CB39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22630C3-8EA5-C003-99A2-38F5D11B776A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ECDCB9C-E065-1716-7879-653606689B2D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5E216B1-4701-F218-E294-4A446B7809D5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FCF5360F-CAD1-C2AA-2F14-69CAD82ACC68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FB184807-8EE7-8A12-8C09-2659F9E7B4AA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FB07DEB4-80C0-EF2C-5A92-896C7BE66A03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B305AFB-F748-53D5-6EB9-49084BABE9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ADA077D7-5651-4A6B-D738-4CE3EAA4AA48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51D1396-BA9C-0594-9381-9265E70CDA2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910B4A3-3BD0-5D70-F773-A56EB8568918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5F92AF-2DB0-EFBE-D746-D301B8171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6245966-1BF0-40DF-3DEE-1EB4A4777176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201C3A-84FE-6794-48B4-3476B0A8CE0C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08539C-02A8-80AE-D48C-347B687A8448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339AADF-8C33-08C6-E2E2-653ADB7C89C5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251B74F-FD2D-280E-3155-276A24CCAB59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031BFC2E-3CBA-BCDB-0911-8BCB96200111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9C2EB3E-7C42-F70F-292A-A04DBD76B71A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41553529-F0CD-D287-7230-CDE9705E14A8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DF5EB335-4422-3D5C-9D94-193EC69123CC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E0A82347-0DA4-C6FF-7E31-8780CBDC0750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254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D64F-51E5-8593-013E-328298BF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AAFC7D-81BB-448B-0402-39C06B822E5A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AC8D81-64A9-4013-4810-AA213E595ABB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HAUTES PYRENEES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B7E74F0-C490-4640-D40B-FB0E2C30D0F5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33153DA-DF5D-A4CB-52ED-A920FCDC4982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09AEA61-F7DF-3EC7-0B41-A43FF6D7169D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5F3786A-E396-16CB-47DA-F3C82098B016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28492FA-4317-7EC1-6389-05787C9CBE19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B4E463F0-3FBC-A3E7-6629-F42568306C3C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92F97B81-97A9-8D8D-8C4A-54D38C64016C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DCF3D9E-65E6-823A-9E71-1905A121F1EF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41C16EE-57B0-F775-D013-A4155B21AE17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EF96B508-E459-F8FE-E1ED-4796F60D6D7B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6158D4D-C79C-C1F7-4889-C54ED2EA5D69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634F48-4A58-FBD1-6390-359C7468C7D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A1C66D7-D9A2-2ABC-054E-8527291E3B59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C165057-F12D-F566-3A40-881AE5481A5B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1D4CED5-EE1E-4F9C-E7EE-B71693092BC1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C3D8664-5738-49B2-8E3D-DC9BBB51BBEA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FE27E16-1BDD-0490-223E-405715245CE4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2AAF72A1-B0E2-6CFF-AB2E-73409EE37678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B5630C0-24E0-A0C4-DA09-E20851AF8405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98BE732-33D3-657B-24F7-3211C1E8DFAD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D637CA5-1412-2817-6AFB-38FD0BECE747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E1C4067-D6B1-C651-6A7E-31B62627A8C4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017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6E33-E067-E4AD-515B-1DEE1B1C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E3A0FD2-0996-D40B-E362-3D6420E5033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HERAULT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2329486-7AF5-1868-D0A7-A4D72442AC84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7221B07-540F-8FCD-FFE5-5AB43B7C5B3F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4A7E8DC-1F94-2E0C-CAE9-8A4AA2E7A5B7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FE9CD34-FD58-171B-393C-91011777ABCB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88C17B7-AF7B-1461-4954-FFA7C23DA898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03F933C-7E5F-99F4-5AF5-B68AA1BBE713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038668A-49FE-A66D-7269-C687E4534A19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1FDF178-4318-8C3C-706D-EC99E50922C7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EFB5F04-6903-977C-338D-43481DEDB52D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7320048-D51A-9F79-6923-E50F78AFFAD5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29EE1E6-8AE1-9D21-C6F1-355DFD1152DA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8FF31A3-2043-A036-BE2D-63C01A4A208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A7478EB-0F51-BB84-8CEA-071FCCCE4B53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2A21B7A-BC93-8DA5-EAE7-BD2E5EC88902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550DBB9-8063-1E95-CA3D-63E987E78DB4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B4B1590-69C8-6BE9-B9C1-8042B6D3ED7A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26FEE43-349F-7942-0246-F6653624A27F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4E5B356-E889-4260-9F45-4E14CD958D7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D72590EB-D950-80E1-29CE-7F399038EDE6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775243D3-B1D0-7EDD-3B82-E115E28A31D9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865ED74-C461-9F58-A01C-F5DD3DB8CAE5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B3ED3CD-5892-820D-F03E-04778FD3A6ED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45F65200-C370-0A5E-A613-AB56F072B9CC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D6755DF1-79F6-B64A-9D30-5D6BF54DD776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FD08C45E-DE68-09DD-F679-44B2C03F2556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FDD0390C-2357-F91D-C400-F59F54F652D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712887A-DA70-489C-B288-BBCC9522C17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BF11222F-16FA-AD26-66D9-EB83B3A18703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C8FD088-A37E-24C0-63F6-58B8627E054F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8AEADDA-698E-951E-B6BC-F81B72962D6F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E6389B1-E650-B228-ADAC-9CDFEB472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88DAD68-7205-CBC6-64D2-0CCCF79DF714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286ED7F-5716-84CF-7E22-9ACF2D20104C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610E696-53F1-92CE-4FCC-4097383F9354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2EEB0D8-3541-9168-874B-9BD2EAED8FCA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E36F309-B7E0-389F-DED1-328234A2EACF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09EDF0FF-189E-CC30-EB2C-C36E7B4EF4EF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34E455A1-7DD7-7A71-24F4-866C025BD313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3CFC188F-4805-03D8-CF02-4CAB572F70F4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FC335E21-0EC4-FC02-3A14-A6E7AE4A99C0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DC06DB2D-2F8D-EEFD-CC03-4BFDCF7AB61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267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5AF2-3C00-F494-AAA1-771E496D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605079-FC5E-C346-7099-45B12EE7BA17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5617E55-F9A1-F234-F507-8B8021CA8322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HERAULT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A2CEFFE-FAF7-F866-805E-FAE77FACC0EF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D8963E6-6EDF-DDB7-9FA5-F41F2C609EFB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4D8CEA9A-F29F-9B0A-3BD1-667A71182C04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9FD1869-75E8-7B73-A9B8-A793E4F4E13E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FC6A883B-B5FB-9EE8-FC70-5C15F28CF2CD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7DBD579-FD70-ED7C-7E76-A0C1EAF53162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96BCB1BE-77EC-604B-A64E-332ACB11719C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5F14C3F-73EB-4291-5BC8-B1A5231F3AA5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47B0D8B-05EC-3F2E-13BE-71AF3E15B56E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AF98085D-F019-FCC8-046A-714C4AB5B9C7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9280D1A-3013-FCA9-D942-B9958F1EDC78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6F32312-F4B4-FBD9-2E24-58804F534D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3350055-E766-EA2F-DB63-01762F7B4B20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E26F4E9-9A23-00E9-3AE9-6308132A6A47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BBF7DA4-DA1E-1919-AC90-357477E7ECC1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33AB573-0AEB-D3AA-1A92-B79F6E055E6F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8D6C72-27A4-2AAD-7DF1-F1B22D63874B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D3CCA7BB-596F-C6D5-16F8-676C1AC1B7A7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E772A70-63E9-13FE-52AB-0F4596E194B1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ACFA950-FDB2-0883-114B-1798409AECC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739CBA3-B68F-ECE3-5CBA-46D3474963C9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8EF83C7-D998-BB46-BB0C-64839BB9900C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54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607C-2D03-D3EC-7EC4-DA6CA282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41BC1D9-894E-072F-EFBA-C6A90E9F60E2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LOT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52F3C3-1DB0-3582-A5BD-9993F5F41B4D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50AFE26-8873-C276-4264-8887E13026FA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BE8736E-1BAF-EFB3-EC33-56FF28EED467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6A33A4D-D40A-36AA-32EC-2FFAA36A7FE5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FF05C72-0AE5-0904-BBE4-E5258432E6EE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428BBDD-A893-B502-F838-C8BC4D57C83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4DDE882-A814-F2CE-1FDE-1D0843F41D7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0AFB38E-DAF2-B4FC-09C8-BA37EF16D01F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D88F8BC-B31C-77F7-785D-14934A9B521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CCCF5F3D-96CF-37ED-451B-8DC4457B4ACD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4C6A3B8-645D-EB73-C67B-7AC20C94FA0D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23D3084-4060-B4B5-1704-70EA4623A62B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1E4944BC-9B55-D04C-36AE-E6CEBC0048E7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0923DE17-6D9C-708A-A794-3E6FDBE68489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7F20D30-ACE2-5CC6-B18D-CB3FE90282FA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38AC142-21B2-31B7-6E2B-B9D03943B807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2C1909B-1AAB-72F2-DA96-64148A6B2E0F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98A16E9-98B8-190D-2532-6021CD88D2B0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05EA6CE-1799-AD1C-7913-8AF56F1F53C3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2BD1975-D706-537E-365D-203C8AFF6B43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77B9051-CBB9-DA6C-B1D2-1DE6FF4E747A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731305CF-44B5-A4DB-76D7-D2359E323A69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8FCCFDA-F019-D702-7B78-2297CC9DA2AB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7ED23D1C-A745-7C19-E93D-87A72E9E0EFE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6B66C125-5E95-A2D7-BD20-2C5B95E27E88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9302F77-89F5-7B99-BC3D-B820F3232EA0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9C44555-33F2-6EF7-9B0A-42C721D015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F1FEC254-9DC4-281A-F198-0341E72C0A5B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03912EB-EF09-34BC-3E3F-FF890153E0F2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F112B8-E276-368B-D273-B5CCE5AE61B6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0D1CF38-661A-EFB5-363D-EC1640DF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AAA34BB-0581-17CD-0002-662242435BE1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4414A16-E8F0-40B3-C74C-39E6E6F306A2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7EF869-B27B-7548-99D5-5456EED0640E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DBEFDAF-81F5-06B4-6E31-23EEB629D62C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C943FB8-43E2-003A-0EB2-5D25B418F79C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95F98E5C-9E56-CDF8-802D-89EE5B03DD79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DB1169E9-3A7A-FB9E-24A7-5E52F8EF3B61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4E3C6AFC-1C4F-A863-ABB5-0B4B5CEFD524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E131992A-669D-11FD-3AAB-1CD059496FDB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75ECBB88-9437-6B93-C3BC-65C42B3CC5BA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6103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ED8A-7C24-390E-3042-1468095A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3F7806-1022-6732-2D39-C3A33636BA0E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C27ABA-FC64-F515-DEB9-399E5C87B5D6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LOT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EE83007-BEB9-2EC7-8752-CFB839C2F772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A2F26D4-F727-341A-3456-879882E54469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709D11F-3E25-8828-6C03-47C5BB526309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A169A2DB-74B3-2A71-88E6-3C617E9D0A9C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C232102-F6D0-ECB2-09DD-E13E747A59A0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10D932A4-B37E-894B-6953-1192E1AF7D13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FB31B8A6-FC2B-034D-F137-C501C5432856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CD69E91-30A3-86C9-A020-5522B80CF2E4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150AD2B-BD30-03EB-DC56-4AC34E557637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16BF9F3C-2146-1573-6B94-FFC136D86CD9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72BBC8-5CB8-CEB9-8339-974F26ACFCA7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74DBF52-64E0-6DFF-7BB8-2DBA4BF100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090C02D-013E-A0E4-3CA3-20946B71EEA6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0C29C23-A242-6C01-EEC8-1AE4AD26E156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2F8DB7F-46DB-63D5-7927-6F3E0ECD1969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CC89FE4-2CF4-48D8-3D08-5754FF8F83F9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81A88DB-378D-43D0-550B-C076F82B7B7C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50395154-3E5C-38FF-C589-8FCFD1214F5E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8B6643F-9379-72FB-8DFC-6DBD63BC25F0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1455D0D-F85D-BECB-9D71-C2F1246F0EF0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9624E8D-F3F5-7C19-D644-FB5C0446FF8E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1B73DC5-60D5-BA40-E65E-270C2AC4F1F3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589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7439-F46A-F2E5-4A68-B108D85A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2351991-BB9B-8E41-5C0B-A378E65A9143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LOZERE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36000F-8655-D19F-03A4-583A7E3AEA69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9BDC7C7-AF2C-3B60-78C7-CAD479D029CE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92CCA1B-0394-4916-6F8C-E8B3767A3C82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E763DE9-5C61-2AEE-BB65-8F4DC02E1A4C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83B8C7C-8C33-3BD4-66D9-1E89D01B96ED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9D84874-36A2-D890-4359-1E9F05853ABE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8E0F1B4-9E02-2311-D75B-E180969ADBD6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751A335E-BEBA-E9EA-E1CE-E07ACF1FCF2B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084325B-C89E-6F47-E590-5ECA40B5CCB5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FE72D57-D89C-A284-DCB0-12E42C34015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CE6E719-1DE7-ECB4-ABA3-2C3713A34B6F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4981E78-F481-6DAD-CA3E-E2215FBD8AB3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465171B-D6BE-09BD-E558-62B7442DD3B0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797471C-454B-0F8D-5B11-B20B59475265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B749501-72BB-1668-2597-9B5738C6CCB1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3760792-23DB-C328-5E3B-1B727BCDC8B4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78D752E-5926-A37F-A348-E1F59A48AE7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FCB56F5-BE0B-7A09-A29E-035D9D5EF14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69DA15EE-B049-5893-235D-827D5D4F95E4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3BC423EA-6754-D0CF-6D32-BE96B19D9CDD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D44D04D-518B-4E08-3607-885B7DE1D561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C446D831-210B-888D-650C-433E6F1CD191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4C932A0-BFA6-FA0D-CF72-BDDEE97E7654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7E19AAD5-40D0-4933-3BB1-211C71090FB3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CB58CD5-C03B-D360-0606-5D1333169D67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360BEEE7-79A7-1478-FEC1-9E123353015E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550D05D-E87A-0C85-A94A-BDDAB8AA75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E688044-E473-9DBB-772B-0FE649724B5D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3FC5763-FF0C-E0FB-089C-0F5A1A5B8F16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4C43BB8-959A-B2DD-709C-6CCFF3D41CB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39B5C96-C9F8-CD7D-DCF1-1CEF0943A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9A18E27-3864-EB49-5EEB-DC38836E5766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8FDF7D5-A066-1E1B-2BAF-503AC6E1CDEE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11E665-51DF-6621-2CAF-FAC1CE53E206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1C486F3-26E5-C4C2-D4FF-CD6AEA929462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D600556-28A7-6CA4-F3DB-6E48FFBC35E0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6FB376DE-34D3-6026-7AF0-921B80458773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4778FD90-6FB5-40E9-4BF4-5105BE3E4F09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B02D8F7D-651A-A018-CE0C-354B2C5A53E5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95A65744-F87F-B253-9F11-6E72A801E4A3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2D671479-1256-AA3C-6640-8061816A394C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7179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0879-F0A5-9CF8-390E-CB2B7DF90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55C747-EA4D-2646-0764-30427436540B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6E62AD5-AB7C-A065-F400-84931B4314ED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LOZERE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478793C-B2E1-6E9D-6B4C-0DF6E929CCF9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FB1FFD5-7D30-B7F3-A9C2-AF17DDCF7CFA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4BDBC0E-5944-A1C5-73A3-D7D7D303E1B1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234D4AE-94F4-2F78-9956-CDCA64BB5B93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1ED01102-F9E4-7823-540C-EE0F3D1A174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DA68A438-9315-DC35-6A5E-0C0B3A2C4FBB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05D9C55D-BEA6-72E6-348D-7B37BE4CAAEA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848EEAF-2499-C04A-0B43-365648B64E84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D8C6235-33D3-090E-7174-A3455C7AD389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EA1BC3ED-8709-977F-D3BD-F07D4A00D9EA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101399-296F-A5D8-BEBA-C31973D71384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574DDC3-8E32-6737-C775-937D7552C0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8C8402B-00D7-D2D1-C8B4-FF67E5D86FBC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850ACAB-F902-112B-2941-0BACD5787A22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AF30801-D165-4675-326A-7800224B3039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577802-786D-E83A-541E-1F3FD8573ADD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5E82270-6FF3-DDF0-DEA1-58F94C230B84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B3C46276-8153-02F4-4B9A-7298CE7B37F8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700117F-4AA7-6BAB-A53F-A74D5145D0C4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3B1EAC8-4EF6-03D8-F60C-4F6C27ACD6E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12AF09C-05DE-75D0-5B45-E04E6E65618B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DF58096-C34E-DBFC-B365-B021702B6E80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110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A9E6-AF0B-9B1C-C565-4271F992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5F9D132-64B7-5DDB-B157-40CCC80DCA2A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PYRENEES ORIENTALES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52B667-7372-E635-3B03-41A31DEC83C1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BD117AF-254E-A0A4-0423-41515FA22562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7D6BD9C-7F06-2526-A593-9320F28F33DC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9543F70-BA2E-CA31-0F0E-552292354E0C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76D9585-DD3F-B1BF-CC32-1490DD463FD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2B182A2-A24C-3D04-7BE2-167E61DC4D23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32B58CE-DE47-C1E5-830B-C72D6651320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D44148E-197E-E522-7B5C-39703A04EA9C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C4D6283-1587-D261-3B43-09A93FB766E2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DF0637D6-6F1A-0CFD-EEA9-CE1A12564DF1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3CD19F8B-ACA7-4C86-E872-FD2A4BA60D77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1289ED76-3181-08AF-B182-9003EE107C50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2A3611C-A774-42F3-B056-CB71F4D2901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6F355A1-78E9-5E44-A5D5-906A695179E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0582D58-B906-C36F-1479-612FF3380704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EBCDE09-A79B-8EDE-B4CA-1A29880D97A5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3B917D7-628F-7246-735D-C19B8CF95D9B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082502F-635B-3340-00D8-9F03A54D89D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80D19F90-75BD-C518-897B-02913FDDD078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ACFFF891-8A05-0E55-6C4B-120F8D6A9739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C4588E9-75FE-82BA-7EDB-C083F2E18C5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C6133FF-F2E9-5200-FB4E-91D7F47C6D5B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9F968C32-8854-4482-E329-E91061121018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9D5F077D-C556-EEDF-85B2-DCFF97118529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435A6B7-5AAF-2E0F-EA7F-080C84F5E97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1D68BB71-50E7-5DAA-48B6-3A4D6C4DBC9D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DE3222F-6209-3B05-A0A4-1C01933E00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B926B3D-2B9A-AEB0-E263-0673893B17F0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B91550B-DF7F-763C-8A2E-71FBB292EDE2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59FB369-0D02-A573-E294-EC073616F24D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9E55DCB-EE27-8C9A-3ADC-78BE93CA5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B5D6BD3-E431-37BE-1B9C-D455FD48B40A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152EED-4BEF-F4C2-BC72-97A558CE003C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3C00D9-ADD5-0AB4-3936-C7C2D1D27EAC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BFFC2C7-6D6A-9450-891F-A9CC5FCC2D91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1013B64-FEA4-D5CB-543D-218E48AB8953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03A37B67-335B-234D-0FCD-998773507469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B92F4756-839F-BE04-2DD1-DD5EF9F9894F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E0487AB2-9315-A856-74E3-DB7A776AD3B5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05D43069-B957-EFD5-12DB-C3D4E7726598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443505AB-B4E2-0538-4E23-37D8F4FE9FD2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5825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6E3E-E2FD-2534-F77B-D261612A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EC41B2-3469-F55C-8FF3-594768649BD8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F878B3-59DA-9C1F-D33F-39CA15F2F6F6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PYRENEES ORIENTALES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B925032-5B3D-8E92-5340-66B069404A0D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704E649-1795-17C2-1DF8-30C1BB0646D4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AC027EE-DE21-8131-CEE9-BBB8D34D589D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57184AA9-621D-0088-54C1-0AD7142F8A49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6125F65-F6FE-FFDF-9FC6-E38CF5D1B444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22C1CC50-0729-3727-A654-4CBE97D4B4DF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DEA355D6-84F9-D5F2-98B1-77E581CDF919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E3796D9-EDDA-FF9D-6D96-6CC874B3CC1B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8B42A6F-0BC1-0025-D486-41295071A3FD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A1212C4E-C23F-4E5B-E251-19C9734C97FA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687704E-6CBA-CEAE-D718-EECCBC5E280A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A43F8C7-2AD9-8F0D-6668-FDA36D9FED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CD099AF-53C3-068B-BA0C-30D0AF84F48C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BA635BC-5D63-1FC8-8EF0-E24B0F0384C7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12FBABF-B4CA-7ADD-A5AC-FE78E59AFA99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2E77A56-5353-B3D9-A5CD-97B4AF79DA22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3BE4559-9F32-1CDD-8C79-ECCA2AB7198A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AC4BFFE7-FE8F-B90B-8C46-D817D422201E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C55A80D-DB44-B8FA-8676-1346AC666F4E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49141FB-4B52-637D-4CA0-160A4ECAFBA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8748808-4B5E-CCAE-168B-A8BA896DDC21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A2232C7-0411-A02B-E93E-6FAE73DA4A7F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264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1EB1-6803-E622-20B1-AED7D332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BA5D2C8-8D95-CE7B-E76E-3B514A2DD51C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TARN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E9D7F74-9F45-F3B9-EC29-035722E8C73F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BBB7E8B-69A7-0EEF-2070-77C0ECD98F00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E5502E0-DA4F-FA78-CAEE-ACBD8104D1B7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BACB16C-9C9F-0D6E-7900-48DCFC80C4FF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A581F38-5179-D16F-BFBD-3DD06A4594EF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3A8DD55-22BE-C381-DE4D-445D2C9C1AC4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FEAAB51-05AF-D5FF-89C8-2278FFFE2B7C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DB40CBF-C04F-6FA0-1136-1DE6B181F573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1974FDC-CB30-0111-E5DD-F251049C965E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D2825076-30ED-D4AF-B817-BB6310DA3C0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D033F95F-E4A2-8812-D93B-305601C1BD84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01A9650-A3BD-684A-4592-610D4930F079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82B5F0C-A50F-B107-C419-9F559714E0EE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DD2BCF8-30AA-AB72-ACB1-305760B3D4CB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EE23E9C-3D87-150B-072A-AE40647236C3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53170DC-4615-1C21-F22D-06588FF85C94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2B5CA68A-0985-7615-C271-6561C867FDCC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91DA0A7-3922-17C8-EA9B-010571E2368E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358732E8-AEDB-298C-F898-E4C2521FDDD9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BA5C9B87-287C-9465-9AF4-57D0A4BF3818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B99B031-E7AB-976E-E5A8-D1895E293D3E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E5F90F1-642E-720B-CB86-A351A6D762A0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8F2FE4D-A5EC-4A50-EAC3-EFD0EDC4C316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389846AF-BCB0-3513-6B50-3DD0E4D5D888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F51ADCEF-145C-3A38-1E0C-673FB58E99E2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FA4EF47-2B39-4FFC-DF18-E0A3CB771640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BDE2B7E-1D39-26E3-A923-913AB9FDABF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A9D4A3E6-CA9F-80C1-0F54-0701E2AA80C4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D745C3A-F4F2-C1AC-FC3D-6CC89C155B3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5A7721B-6706-A09D-90EC-9C9FAFBCBE33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9AAB44B-461C-F885-ED23-E1CA405F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720C6F-D76A-AC41-DA78-B9A0E5C407C0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3B7259-38CD-DD77-824D-27B28620DFD6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DE1D854-4ABD-69B4-6D97-9C338F1F9CE4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4FF904A-3654-4C6E-B5F7-5FB658044CC5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7C9F93-5BFD-C181-72D9-D4C156D79B5C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554E6C28-20F7-58B8-0BD3-86BD5A3974E9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A573C4D0-A204-65A8-F1B5-171F96D09A83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7D384F2B-5B33-46AF-6E07-01689223E7AF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8E83DD08-8EB7-78A9-0054-F38755B74EC3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9CA4EF50-F2D9-2545-5386-FBB0C6CE8583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4889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CD22-BADC-D5CD-CF96-72D42492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3CEBC4-3354-F8E0-ED72-253884FD5AA4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4CA76E-A636-A93A-B5DA-29B1266F0E21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TARN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F37D9D1-6169-BAD0-694A-414865800868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B34F9A7-CE9F-9546-8FF5-A35DEF618B94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50D8118-692B-B2EC-20A6-73DDECBE99AB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3627369-6910-03B7-3EC0-54728A6DC4BE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FCF52CAB-08A2-9579-61BE-08E1F528BE3B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89C8EDF8-04DF-4CDA-BBFF-844C016E1700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811DE6FB-0B68-85A8-23D6-DF6160346CF8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B289EB1-72DA-6887-5840-96ECAAF19746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C1F11D1-E152-5702-E395-F987D5975986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4D86E2DC-0264-E233-8525-5BD911413966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0AAD847-6F3C-1068-2C8F-E60D91BF74B6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0EAED27-90EA-0495-E7E6-49BA213FE3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098C527-37EE-CB8B-3D69-A527A1AA7FE6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AB758D2-0F97-3DC9-DF2B-593D87D84317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5C8AD8A-5FC0-E779-6C8F-A7DA7D95C621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C92B00E-FE94-F243-EE0B-06FF47EDF627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C88D2F3-1EB6-0667-EC31-3E5D016472CD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A44454EB-8AFD-C883-2936-AFB4790091F2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BAA82BC-5F1C-E37C-368F-37E1B676F2D7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FFBC09B-F998-41F2-F12C-62100013C71E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048E95F-F419-159F-CC81-DCE1CF97B011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FDDDFB3-FD64-8A69-C46A-5B4E5D28AD3F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439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BEDF-01B6-CE77-9CF1-35911F8C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ABD8A32-FBD3-89F7-4ABB-8FC47F5EE4E2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TARN ET GARONNE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4439EB-EDA9-3812-2E23-A11099187EC2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834B849-BEEE-7F8C-098A-6EE6146FABB0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A00A1D0-8F3C-5446-821D-4ADBF5DB9FC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5B11E86-B5B0-ED99-495A-1A761D0B6AB9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92BFE95-84FE-25A7-5DDB-6C3CFB387E42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832A097-B481-9857-9FDA-3C99CB345B2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215B2C3-C47B-A7B3-B69B-51F8DE1EBA0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F57C562-DF47-E50A-B03A-53F64BF2F15B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E0965DB-A82F-F2D3-F126-2AF7228BB85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96217C7-C0A0-E58B-EAE8-192321D498ED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4870695-CF66-1D6C-359E-9A5124A5BD0B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9EE5E707-9606-87A5-3565-5FFD01967506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5B79354-3133-4AE1-EC8D-5716730FC342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DE8E28F-47C7-D9EF-7FB2-B544FCEE0353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8D596F5-3EF7-F8FD-0EE3-D0167C4434AE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34D65FF-E186-83AB-43F5-6D66609C47B5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34D741E-6622-5F99-5FDB-5501D26F1555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C76361F-642D-DFC0-450B-175FD65E461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32E0D4DB-857F-407D-3135-E1F3F8FA6494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51DB3E60-0C07-1BF6-F55B-E1F85BD75CBE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982C859-7DBB-B70D-F132-01C0735B4318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83BCBE2-456D-53AB-E98A-51536BC9D363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4F1F48F3-0825-AC5D-9AA5-3340B109E099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9B03A9F0-AADE-E4FA-0278-953C8787C6FB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B38BE4F7-9FFB-A3C3-68DA-15560A23CEEA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D7E7B56A-FCFA-1ECE-A0E6-3C4B03EC916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FEE0801-FE10-1603-3248-F2A6543466F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E0949F9A-3D8C-AECE-15B7-6F8F673313FC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EAA67B8-71CA-2F2D-8577-7A8222338E4A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1AC17C6-2A2B-8A64-7487-BA8781F051E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291501C-CDAF-A994-166F-8363DC385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1137032-2F41-97E2-2D24-5B254E4AE716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23C15F-282D-B633-0F13-71658014A3D5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24C0C28-F684-B4F6-5EAA-801676C059F7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8DE0326-9147-2E83-4B21-75F2B2FA8DDA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982CF50-6F55-2819-94CD-A27E75CA4431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AA5FBD55-0DEA-959F-0EE7-A80F097DE9A0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DE6E4435-AE5F-1718-E2DA-3E80E9653C4C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2B5366F8-592F-86E5-8893-F034FEF25AC8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6AA8602D-00B3-11C6-7C17-9A2488403E99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9783F93A-A573-3661-6C1C-6BFCEC0421E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9527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5B49-09AF-7043-C624-DC8B9A82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E1DD9B-4B52-0888-2FA6-F57DD8CE972C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8FA9E0-63C2-1F4C-25B3-1EBDC0695631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>
                <a:solidFill>
                  <a:schemeClr val="bg1"/>
                </a:solidFill>
                <a:cs typeface="Arial"/>
              </a:rPr>
              <a:t>STATISTIQUES TARN ET GARONNE 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2197CC1-2D07-82E0-46DA-35075ACD2041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41E0983-AF67-B0EF-B3E1-943F151545D7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E33D9FC-A41B-0507-8740-FB9279DC6EAF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6C227316-CFF3-2A56-1CE2-8DCFFE5A7C77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2BFB9FAA-649C-E5AF-BE9B-87B2109D4CE3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566D09DE-A2A9-0A28-1635-22886039ABF9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F280CA6D-2F57-5544-5872-16F2836AC5B3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6D9E7EE-3589-3208-C77C-670C370171F5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C75D491-7215-D4E4-5BEF-7FDE8C53A71D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F619BEFF-4491-EAC3-7FE7-9B4F14E53835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2FD6C2-875E-B488-C5CE-05E7BB1A0709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AB8DC4B-8728-297E-5737-839767FD4E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8A28B6E-0666-EE8B-E6FC-E0684330CCEB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47E6BD2-1866-1AD7-5D58-3351D346F4A0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E8CA52C-173A-3F48-EB45-891880CF3E40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090351D-ACC4-8057-13F2-B68AA09F7081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CE8F3A5-867D-F1EE-6401-420E893D1D6A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B8DD912F-AAB9-8737-6761-5A5EFE5DFA46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2F1AF9B-953C-0B3A-359F-74E396F15EB1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EBAB079-4770-9BED-D66B-43E2C5E98CFE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FE3D452-4B46-50BF-4A63-D4E3BDC3EE5C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2EEADC3-1A10-8E00-7385-BE4D1D54E2BE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8479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8a4b3f-b359-4000-8a43-4a678353684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A7A751287696408B892F98C1001C07" ma:contentTypeVersion="12" ma:contentTypeDescription="Crée un document." ma:contentTypeScope="" ma:versionID="03680d9e4e83be13d001bddfc6b23ba7">
  <xsd:schema xmlns:xsd="http://www.w3.org/2001/XMLSchema" xmlns:xs="http://www.w3.org/2001/XMLSchema" xmlns:p="http://schemas.microsoft.com/office/2006/metadata/properties" xmlns:ns2="648a4b3f-b359-4000-8a43-4a6783536843" targetNamespace="http://schemas.microsoft.com/office/2006/metadata/properties" ma:root="true" ma:fieldsID="8660330aa79db525cc43d86b2ce2e346" ns2:_="">
    <xsd:import namespace="648a4b3f-b359-4000-8a43-4a67835368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a4b3f-b359-4000-8a43-4a67835368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2197c539-b3be-4d99-bd36-f8e16b27b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F436F7-33F6-48EE-88FC-A7087A6E5FE7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648a4b3f-b359-4000-8a43-4a6783536843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59578BF-7DF9-49AB-9CE3-63905658C1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E1310A-C2D1-45A6-90DD-F1BB3B58AA15}">
  <ds:schemaRefs>
    <ds:schemaRef ds:uri="648a4b3f-b359-4000-8a43-4a67835368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2864</Words>
  <Application>Microsoft Office PowerPoint</Application>
  <PresentationFormat>Grand écran</PresentationFormat>
  <Paragraphs>887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AISSA</dc:creator>
  <cp:lastModifiedBy>Yasmine AISSA</cp:lastModifiedBy>
  <cp:revision>1</cp:revision>
  <dcterms:created xsi:type="dcterms:W3CDTF">2012-07-30T22:21:58Z</dcterms:created>
  <dcterms:modified xsi:type="dcterms:W3CDTF">2025-11-05T12:03:10Z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0x010100DEA7A751287696408B892F98C1001C07</vt:lpwstr>
  </property>
  <property fmtid="{D5CDD505-2E9C-101B-9397-08002B2CF9AE}" pid="3" name="MediaServiceImageTags">
    <vt:lpwstr/>
  </property>
</Properties>
</file>