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63" r:id="rId5"/>
    <p:sldId id="2147482533" r:id="rId6"/>
    <p:sldId id="2147482518" r:id="rId7"/>
    <p:sldId id="2147482534" r:id="rId8"/>
    <p:sldId id="2147482542" r:id="rId9"/>
    <p:sldId id="2147482536" r:id="rId10"/>
    <p:sldId id="2147482543" r:id="rId11"/>
    <p:sldId id="2147482538" r:id="rId12"/>
    <p:sldId id="2147482544" r:id="rId13"/>
    <p:sldId id="2147482540" r:id="rId14"/>
    <p:sldId id="2147482545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4E95D9"/>
    <a:srgbClr val="4796D8"/>
    <a:srgbClr val="3F986F"/>
    <a:srgbClr val="FEC844"/>
    <a:srgbClr val="8AD489"/>
    <a:srgbClr val="36A4A3"/>
    <a:srgbClr val="FE9419"/>
    <a:srgbClr val="A7A7A7"/>
    <a:srgbClr val="D4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871F5D-4B6B-4E68-B2DD-AD126B8C514D}" v="4" dt="2025-11-05T12:24:41.6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mine AISSA" userId="c49615ed-9cc6-4a52-85fc-c583af0ddf2f" providerId="ADAL" clId="{1A7EC8A4-0136-4B44-A054-52A4A0A1DF4C}"/>
    <pc:docChg chg="undo custSel addSld delSld modSld">
      <pc:chgData name="Yasmine AISSA" userId="c49615ed-9cc6-4a52-85fc-c583af0ddf2f" providerId="ADAL" clId="{1A7EC8A4-0136-4B44-A054-52A4A0A1DF4C}" dt="2025-08-27T10:39:36.917" v="225" actId="1036"/>
      <pc:docMkLst>
        <pc:docMk/>
      </pc:docMkLst>
      <pc:sldChg chg="addSp delSp modSp mod">
        <pc:chgData name="Yasmine AISSA" userId="c49615ed-9cc6-4a52-85fc-c583af0ddf2f" providerId="ADAL" clId="{1A7EC8A4-0136-4B44-A054-52A4A0A1DF4C}" dt="2025-08-26T12:27:42.568" v="218" actId="20577"/>
        <pc:sldMkLst>
          <pc:docMk/>
          <pc:sldMk cId="3387351838" sldId="2147482530"/>
        </pc:sldMkLst>
      </pc:sldChg>
      <pc:sldChg chg="modSp mod">
        <pc:chgData name="Yasmine AISSA" userId="c49615ed-9cc6-4a52-85fc-c583af0ddf2f" providerId="ADAL" clId="{1A7EC8A4-0136-4B44-A054-52A4A0A1DF4C}" dt="2025-08-13T10:42:34.536" v="125" actId="20577"/>
        <pc:sldMkLst>
          <pc:docMk/>
          <pc:sldMk cId="385506026" sldId="2147482618"/>
        </pc:sldMkLst>
      </pc:sldChg>
      <pc:sldChg chg="addSp delSp del mod">
        <pc:chgData name="Yasmine AISSA" userId="c49615ed-9cc6-4a52-85fc-c583af0ddf2f" providerId="ADAL" clId="{1A7EC8A4-0136-4B44-A054-52A4A0A1DF4C}" dt="2025-08-13T10:14:01.595" v="57" actId="2696"/>
        <pc:sldMkLst>
          <pc:docMk/>
          <pc:sldMk cId="548572405" sldId="2147482633"/>
        </pc:sldMkLst>
      </pc:sldChg>
      <pc:sldChg chg="delSp modSp mod">
        <pc:chgData name="Yasmine AISSA" userId="c49615ed-9cc6-4a52-85fc-c583af0ddf2f" providerId="ADAL" clId="{1A7EC8A4-0136-4B44-A054-52A4A0A1DF4C}" dt="2025-08-27T10:39:36.917" v="225" actId="1036"/>
        <pc:sldMkLst>
          <pc:docMk/>
          <pc:sldMk cId="1091974974" sldId="2147482645"/>
        </pc:sldMkLst>
      </pc:sldChg>
      <pc:sldChg chg="addSp delSp modSp add mod">
        <pc:chgData name="Yasmine AISSA" userId="c49615ed-9cc6-4a52-85fc-c583af0ddf2f" providerId="ADAL" clId="{1A7EC8A4-0136-4B44-A054-52A4A0A1DF4C}" dt="2025-08-14T14:15:22.057" v="174" actId="1076"/>
        <pc:sldMkLst>
          <pc:docMk/>
          <pc:sldMk cId="122638338" sldId="2147482646"/>
        </pc:sldMkLst>
      </pc:sldChg>
    </pc:docChg>
  </pc:docChgLst>
  <pc:docChgLst>
    <pc:chgData name="Yasmine AISSA" userId="c49615ed-9cc6-4a52-85fc-c583af0ddf2f" providerId="ADAL" clId="{B926B871-0419-4A40-812B-AC65033A947E}"/>
    <pc:docChg chg="undo custSel addSld delSld modSld sldOrd">
      <pc:chgData name="Yasmine AISSA" userId="c49615ed-9cc6-4a52-85fc-c583af0ddf2f" providerId="ADAL" clId="{B926B871-0419-4A40-812B-AC65033A947E}" dt="2025-07-21T09:36:24.070" v="2870" actId="729"/>
      <pc:docMkLst>
        <pc:docMk/>
      </pc:docMkLst>
      <pc:sldChg chg="modSp mod ord modShow">
        <pc:chgData name="Yasmine AISSA" userId="c49615ed-9cc6-4a52-85fc-c583af0ddf2f" providerId="ADAL" clId="{B926B871-0419-4A40-812B-AC65033A947E}" dt="2025-07-15T12:20:56.769" v="2514" actId="729"/>
        <pc:sldMkLst>
          <pc:docMk/>
          <pc:sldMk cId="3784089036" sldId="256"/>
        </pc:sldMkLst>
      </pc:sldChg>
      <pc:sldChg chg="modSp mod">
        <pc:chgData name="Yasmine AISSA" userId="c49615ed-9cc6-4a52-85fc-c583af0ddf2f" providerId="ADAL" clId="{B926B871-0419-4A40-812B-AC65033A947E}" dt="2025-07-15T10:02:53.792" v="2088" actId="20577"/>
        <pc:sldMkLst>
          <pc:docMk/>
          <pc:sldMk cId="0" sldId="263"/>
        </pc:sldMkLst>
      </pc:sldChg>
      <pc:sldChg chg="del">
        <pc:chgData name="Yasmine AISSA" userId="c49615ed-9cc6-4a52-85fc-c583af0ddf2f" providerId="ADAL" clId="{B926B871-0419-4A40-812B-AC65033A947E}" dt="2025-07-11T07:51:13.770" v="25" actId="2696"/>
        <pc:sldMkLst>
          <pc:docMk/>
          <pc:sldMk cId="3593570983" sldId="275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078573543" sldId="2147482403"/>
        </pc:sldMkLst>
      </pc:sldChg>
      <pc:sldChg chg="modSp mod">
        <pc:chgData name="Yasmine AISSA" userId="c49615ed-9cc6-4a52-85fc-c583af0ddf2f" providerId="ADAL" clId="{B926B871-0419-4A40-812B-AC65033A947E}" dt="2025-07-15T10:03:27.685" v="2092" actId="20577"/>
        <pc:sldMkLst>
          <pc:docMk/>
          <pc:sldMk cId="589344379" sldId="2147482420"/>
        </pc:sldMkLst>
      </pc:sldChg>
      <pc:sldChg chg="del">
        <pc:chgData name="Yasmine AISSA" userId="c49615ed-9cc6-4a52-85fc-c583af0ddf2f" providerId="ADAL" clId="{B926B871-0419-4A40-812B-AC65033A947E}" dt="2025-07-11T07:46:09.346" v="11" actId="2696"/>
        <pc:sldMkLst>
          <pc:docMk/>
          <pc:sldMk cId="565392847" sldId="2147482426"/>
        </pc:sldMkLst>
      </pc:sldChg>
      <pc:sldChg chg="del">
        <pc:chgData name="Yasmine AISSA" userId="c49615ed-9cc6-4a52-85fc-c583af0ddf2f" providerId="ADAL" clId="{B926B871-0419-4A40-812B-AC65033A947E}" dt="2025-07-11T07:51:26.044" v="26" actId="2696"/>
        <pc:sldMkLst>
          <pc:docMk/>
          <pc:sldMk cId="3532531603" sldId="2147482434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3115333647" sldId="2147482441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175934177" sldId="2147482443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3513069919" sldId="2147482448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3745483483" sldId="2147482450"/>
        </pc:sldMkLst>
      </pc:sldChg>
      <pc:sldChg chg="modSp mod">
        <pc:chgData name="Yasmine AISSA" userId="c49615ed-9cc6-4a52-85fc-c583af0ddf2f" providerId="ADAL" clId="{B926B871-0419-4A40-812B-AC65033A947E}" dt="2025-07-15T10:49:33.240" v="2468" actId="20577"/>
        <pc:sldMkLst>
          <pc:docMk/>
          <pc:sldMk cId="2381479601" sldId="2147482451"/>
        </pc:sldMkLst>
      </pc:sldChg>
      <pc:sldChg chg="modSp mod">
        <pc:chgData name="Yasmine AISSA" userId="c49615ed-9cc6-4a52-85fc-c583af0ddf2f" providerId="ADAL" clId="{B926B871-0419-4A40-812B-AC65033A947E}" dt="2025-07-15T10:35:12.107" v="2345" actId="20577"/>
        <pc:sldMkLst>
          <pc:docMk/>
          <pc:sldMk cId="420943782" sldId="2147482452"/>
        </pc:sldMkLst>
      </pc:sldChg>
      <pc:sldChg chg="del">
        <pc:chgData name="Yasmine AISSA" userId="c49615ed-9cc6-4a52-85fc-c583af0ddf2f" providerId="ADAL" clId="{B926B871-0419-4A40-812B-AC65033A947E}" dt="2025-07-11T08:04:34.013" v="164" actId="47"/>
        <pc:sldMkLst>
          <pc:docMk/>
          <pc:sldMk cId="3688813400" sldId="2147482454"/>
        </pc:sldMkLst>
      </pc:sldChg>
      <pc:sldChg chg="modSp mod modShow">
        <pc:chgData name="Yasmine AISSA" userId="c49615ed-9cc6-4a52-85fc-c583af0ddf2f" providerId="ADAL" clId="{B926B871-0419-4A40-812B-AC65033A947E}" dt="2025-07-15T10:33:13.320" v="2275" actId="20577"/>
        <pc:sldMkLst>
          <pc:docMk/>
          <pc:sldMk cId="2784782344" sldId="2147482455"/>
        </pc:sldMkLst>
      </pc:sldChg>
      <pc:sldChg chg="del">
        <pc:chgData name="Yasmine AISSA" userId="c49615ed-9cc6-4a52-85fc-c583af0ddf2f" providerId="ADAL" clId="{B926B871-0419-4A40-812B-AC65033A947E}" dt="2025-07-11T08:28:15.657" v="226" actId="2696"/>
        <pc:sldMkLst>
          <pc:docMk/>
          <pc:sldMk cId="3571603803" sldId="2147482457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172808798" sldId="2147482458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491757381" sldId="2147482461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1949560971" sldId="2147482462"/>
        </pc:sldMkLst>
      </pc:sldChg>
      <pc:sldChg chg="modSp mod">
        <pc:chgData name="Yasmine AISSA" userId="c49615ed-9cc6-4a52-85fc-c583af0ddf2f" providerId="ADAL" clId="{B926B871-0419-4A40-812B-AC65033A947E}" dt="2025-07-15T10:33:08.158" v="2274" actId="20577"/>
        <pc:sldMkLst>
          <pc:docMk/>
          <pc:sldMk cId="1902261105" sldId="2147482463"/>
        </pc:sldMkLst>
      </pc:sldChg>
      <pc:sldChg chg="modSp mod modShow">
        <pc:chgData name="Yasmine AISSA" userId="c49615ed-9cc6-4a52-85fc-c583af0ddf2f" providerId="ADAL" clId="{B926B871-0419-4A40-812B-AC65033A947E}" dt="2025-07-15T10:16:59.287" v="2119" actId="729"/>
        <pc:sldMkLst>
          <pc:docMk/>
          <pc:sldMk cId="2789704366" sldId="2147482464"/>
        </pc:sldMkLst>
      </pc:sldChg>
      <pc:sldChg chg="modSp mod">
        <pc:chgData name="Yasmine AISSA" userId="c49615ed-9cc6-4a52-85fc-c583af0ddf2f" providerId="ADAL" clId="{B926B871-0419-4A40-812B-AC65033A947E}" dt="2025-07-15T10:10:14.022" v="2114" actId="20577"/>
        <pc:sldMkLst>
          <pc:docMk/>
          <pc:sldMk cId="1281640377" sldId="2147482465"/>
        </pc:sldMkLst>
      </pc:sldChg>
      <pc:sldChg chg="modSp mod">
        <pc:chgData name="Yasmine AISSA" userId="c49615ed-9cc6-4a52-85fc-c583af0ddf2f" providerId="ADAL" clId="{B926B871-0419-4A40-812B-AC65033A947E}" dt="2025-07-15T10:51:23.187" v="2497" actId="20577"/>
        <pc:sldMkLst>
          <pc:docMk/>
          <pc:sldMk cId="2260850067" sldId="2147482468"/>
        </pc:sldMkLst>
      </pc:sldChg>
      <pc:sldChg chg="modSp mod">
        <pc:chgData name="Yasmine AISSA" userId="c49615ed-9cc6-4a52-85fc-c583af0ddf2f" providerId="ADAL" clId="{B926B871-0419-4A40-812B-AC65033A947E}" dt="2025-07-15T10:49:47.640" v="2470" actId="20577"/>
        <pc:sldMkLst>
          <pc:docMk/>
          <pc:sldMk cId="2335165579" sldId="2147482470"/>
        </pc:sldMkLst>
      </pc:sldChg>
      <pc:sldChg chg="modSp mod">
        <pc:chgData name="Yasmine AISSA" userId="c49615ed-9cc6-4a52-85fc-c583af0ddf2f" providerId="ADAL" clId="{B926B871-0419-4A40-812B-AC65033A947E}" dt="2025-07-11T07:45:34.169" v="8" actId="20577"/>
        <pc:sldMkLst>
          <pc:docMk/>
          <pc:sldMk cId="1539061140" sldId="2147482472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064143400" sldId="2147482474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3638513251" sldId="2147482475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918671888" sldId="2147482476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1438361820" sldId="2147482477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2467254795" sldId="2147482478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3418681064" sldId="2147482479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647237989" sldId="2147482480"/>
        </pc:sldMkLst>
      </pc:sldChg>
      <pc:sldChg chg="del">
        <pc:chgData name="Yasmine AISSA" userId="c49615ed-9cc6-4a52-85fc-c583af0ddf2f" providerId="ADAL" clId="{B926B871-0419-4A40-812B-AC65033A947E}" dt="2025-07-11T08:04:34.013" v="164" actId="47"/>
        <pc:sldMkLst>
          <pc:docMk/>
          <pc:sldMk cId="2908641256" sldId="2147482481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842748019" sldId="2147482482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1365040940" sldId="2147482483"/>
        </pc:sldMkLst>
      </pc:sldChg>
      <pc:sldChg chg="modSp mod">
        <pc:chgData name="Yasmine AISSA" userId="c49615ed-9cc6-4a52-85fc-c583af0ddf2f" providerId="ADAL" clId="{B926B871-0419-4A40-812B-AC65033A947E}" dt="2025-07-15T10:47:22.654" v="2455" actId="20577"/>
        <pc:sldMkLst>
          <pc:docMk/>
          <pc:sldMk cId="1670965933" sldId="2147482487"/>
        </pc:sldMkLst>
      </pc:sldChg>
      <pc:sldChg chg="del">
        <pc:chgData name="Yasmine AISSA" userId="c49615ed-9cc6-4a52-85fc-c583af0ddf2f" providerId="ADAL" clId="{B926B871-0419-4A40-812B-AC65033A947E}" dt="2025-07-11T07:56:18.874" v="143" actId="47"/>
        <pc:sldMkLst>
          <pc:docMk/>
          <pc:sldMk cId="3560019468" sldId="2147482488"/>
        </pc:sldMkLst>
      </pc:sldChg>
      <pc:sldChg chg="del">
        <pc:chgData name="Yasmine AISSA" userId="c49615ed-9cc6-4a52-85fc-c583af0ddf2f" providerId="ADAL" clId="{B926B871-0419-4A40-812B-AC65033A947E}" dt="2025-07-11T07:56:18.874" v="143" actId="47"/>
        <pc:sldMkLst>
          <pc:docMk/>
          <pc:sldMk cId="3532189943" sldId="2147482489"/>
        </pc:sldMkLst>
      </pc:sldChg>
      <pc:sldChg chg="mod modShow">
        <pc:chgData name="Yasmine AISSA" userId="c49615ed-9cc6-4a52-85fc-c583af0ddf2f" providerId="ADAL" clId="{B926B871-0419-4A40-812B-AC65033A947E}" dt="2025-07-21T09:36:24.070" v="2870" actId="729"/>
        <pc:sldMkLst>
          <pc:docMk/>
          <pc:sldMk cId="176091799" sldId="2147482493"/>
        </pc:sldMkLst>
      </pc:sldChg>
      <pc:sldChg chg="del">
        <pc:chgData name="Yasmine AISSA" userId="c49615ed-9cc6-4a52-85fc-c583af0ddf2f" providerId="ADAL" clId="{B926B871-0419-4A40-812B-AC65033A947E}" dt="2025-07-11T07:56:04.710" v="141" actId="47"/>
        <pc:sldMkLst>
          <pc:docMk/>
          <pc:sldMk cId="1843191464" sldId="2147482496"/>
        </pc:sldMkLst>
      </pc:sldChg>
      <pc:sldChg chg="mod modShow">
        <pc:chgData name="Yasmine AISSA" userId="c49615ed-9cc6-4a52-85fc-c583af0ddf2f" providerId="ADAL" clId="{B926B871-0419-4A40-812B-AC65033A947E}" dt="2025-07-11T15:19:22.227" v="1962" actId="729"/>
        <pc:sldMkLst>
          <pc:docMk/>
          <pc:sldMk cId="2901287855" sldId="2147482498"/>
        </pc:sldMkLst>
      </pc:sldChg>
      <pc:sldChg chg="mod modShow">
        <pc:chgData name="Yasmine AISSA" userId="c49615ed-9cc6-4a52-85fc-c583af0ddf2f" providerId="ADAL" clId="{B926B871-0419-4A40-812B-AC65033A947E}" dt="2025-07-15T10:19:49.391" v="2144" actId="729"/>
        <pc:sldMkLst>
          <pc:docMk/>
          <pc:sldMk cId="539872588" sldId="2147482499"/>
        </pc:sldMkLst>
      </pc:sldChg>
      <pc:sldChg chg="del">
        <pc:chgData name="Yasmine AISSA" userId="c49615ed-9cc6-4a52-85fc-c583af0ddf2f" providerId="ADAL" clId="{B926B871-0419-4A40-812B-AC65033A947E}" dt="2025-07-11T07:45:42.143" v="9" actId="2696"/>
        <pc:sldMkLst>
          <pc:docMk/>
          <pc:sldMk cId="3571576248" sldId="2147482501"/>
        </pc:sldMkLst>
      </pc:sldChg>
      <pc:sldChg chg="del">
        <pc:chgData name="Yasmine AISSA" userId="c49615ed-9cc6-4a52-85fc-c583af0ddf2f" providerId="ADAL" clId="{B926B871-0419-4A40-812B-AC65033A947E}" dt="2025-07-11T07:46:12.325" v="12" actId="2696"/>
        <pc:sldMkLst>
          <pc:docMk/>
          <pc:sldMk cId="2399831505" sldId="2147482502"/>
        </pc:sldMkLst>
      </pc:sldChg>
      <pc:sldChg chg="add del">
        <pc:chgData name="Yasmine AISSA" userId="c49615ed-9cc6-4a52-85fc-c583af0ddf2f" providerId="ADAL" clId="{B926B871-0419-4A40-812B-AC65033A947E}" dt="2025-07-15T10:03:06.636" v="2089" actId="2696"/>
        <pc:sldMkLst>
          <pc:docMk/>
          <pc:sldMk cId="2499763912" sldId="2147482503"/>
        </pc:sldMkLst>
      </pc:sldChg>
      <pc:sldChg chg="del">
        <pc:chgData name="Yasmine AISSA" userId="c49615ed-9cc6-4a52-85fc-c583af0ddf2f" providerId="ADAL" clId="{B926B871-0419-4A40-812B-AC65033A947E}" dt="2025-07-11T08:26:19.227" v="217" actId="2696"/>
        <pc:sldMkLst>
          <pc:docMk/>
          <pc:sldMk cId="1833900295" sldId="2147482504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1153834335" sldId="2147482505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2018092017" sldId="2147482508"/>
        </pc:sldMkLst>
      </pc:sldChg>
      <pc:sldChg chg="del">
        <pc:chgData name="Yasmine AISSA" userId="c49615ed-9cc6-4a52-85fc-c583af0ddf2f" providerId="ADAL" clId="{B926B871-0419-4A40-812B-AC65033A947E}" dt="2025-07-11T07:57:15.542" v="145" actId="47"/>
        <pc:sldMkLst>
          <pc:docMk/>
          <pc:sldMk cId="2513116433" sldId="2147482509"/>
        </pc:sldMkLst>
      </pc:sldChg>
      <pc:sldChg chg="del">
        <pc:chgData name="Yasmine AISSA" userId="c49615ed-9cc6-4a52-85fc-c583af0ddf2f" providerId="ADAL" clId="{B926B871-0419-4A40-812B-AC65033A947E}" dt="2025-07-11T07:56:11.293" v="142" actId="47"/>
        <pc:sldMkLst>
          <pc:docMk/>
          <pc:sldMk cId="1589277578" sldId="2147482510"/>
        </pc:sldMkLst>
      </pc:sldChg>
      <pc:sldChg chg="del">
        <pc:chgData name="Yasmine AISSA" userId="c49615ed-9cc6-4a52-85fc-c583af0ddf2f" providerId="ADAL" clId="{B926B871-0419-4A40-812B-AC65033A947E}" dt="2025-07-11T07:57:15.542" v="145" actId="47"/>
        <pc:sldMkLst>
          <pc:docMk/>
          <pc:sldMk cId="3522021940" sldId="2147482512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58657867" sldId="2147482515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47936184" sldId="2147482516"/>
        </pc:sldMkLst>
      </pc:sldChg>
      <pc:sldChg chg="addSp delSp modSp mod">
        <pc:chgData name="Yasmine AISSA" userId="c49615ed-9cc6-4a52-85fc-c583af0ddf2f" providerId="ADAL" clId="{B926B871-0419-4A40-812B-AC65033A947E}" dt="2025-07-15T10:52:58.833" v="2511" actId="1076"/>
        <pc:sldMkLst>
          <pc:docMk/>
          <pc:sldMk cId="3864399978" sldId="2147482517"/>
        </pc:sldMkLst>
      </pc:sldChg>
      <pc:sldChg chg="modSp mod">
        <pc:chgData name="Yasmine AISSA" userId="c49615ed-9cc6-4a52-85fc-c583af0ddf2f" providerId="ADAL" clId="{B926B871-0419-4A40-812B-AC65033A947E}" dt="2025-07-15T10:25:36.669" v="2162" actId="20577"/>
        <pc:sldMkLst>
          <pc:docMk/>
          <pc:sldMk cId="1445730063" sldId="2147482518"/>
        </pc:sldMkLst>
      </pc:sldChg>
      <pc:sldChg chg="del">
        <pc:chgData name="Yasmine AISSA" userId="c49615ed-9cc6-4a52-85fc-c583af0ddf2f" providerId="ADAL" clId="{B926B871-0419-4A40-812B-AC65033A947E}" dt="2025-07-15T10:03:22.046" v="2090" actId="2696"/>
        <pc:sldMkLst>
          <pc:docMk/>
          <pc:sldMk cId="487709633" sldId="2147482519"/>
        </pc:sldMkLst>
      </pc:sldChg>
      <pc:sldChg chg="addSp delSp modSp del mod">
        <pc:chgData name="Yasmine AISSA" userId="c49615ed-9cc6-4a52-85fc-c583af0ddf2f" providerId="ADAL" clId="{B926B871-0419-4A40-812B-AC65033A947E}" dt="2025-07-11T13:38:47.173" v="1583" actId="2696"/>
        <pc:sldMkLst>
          <pc:docMk/>
          <pc:sldMk cId="1213988119" sldId="2147482520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4264126006" sldId="2147482523"/>
        </pc:sldMkLst>
      </pc:sldChg>
      <pc:sldChg chg="del mod modShow">
        <pc:chgData name="Yasmine AISSA" userId="c49615ed-9cc6-4a52-85fc-c583af0ddf2f" providerId="ADAL" clId="{B926B871-0419-4A40-812B-AC65033A947E}" dt="2025-07-11T08:04:34.013" v="164" actId="47"/>
        <pc:sldMkLst>
          <pc:docMk/>
          <pc:sldMk cId="1317492015" sldId="2147482524"/>
        </pc:sldMkLst>
      </pc:sldChg>
      <pc:sldChg chg="addSp delSp modSp mod ord modShow">
        <pc:chgData name="Yasmine AISSA" userId="c49615ed-9cc6-4a52-85fc-c583af0ddf2f" providerId="ADAL" clId="{B926B871-0419-4A40-812B-AC65033A947E}" dt="2025-07-15T13:04:23.646" v="2780" actId="255"/>
        <pc:sldMkLst>
          <pc:docMk/>
          <pc:sldMk cId="4049638838" sldId="2147482525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454703528" sldId="2147482528"/>
        </pc:sldMkLst>
      </pc:sldChg>
      <pc:sldChg chg="del mod modShow">
        <pc:chgData name="Yasmine AISSA" userId="c49615ed-9cc6-4a52-85fc-c583af0ddf2f" providerId="ADAL" clId="{B926B871-0419-4A40-812B-AC65033A947E}" dt="2025-07-11T08:04:34.013" v="164" actId="47"/>
        <pc:sldMkLst>
          <pc:docMk/>
          <pc:sldMk cId="2107345368" sldId="2147482529"/>
        </pc:sldMkLst>
      </pc:sldChg>
      <pc:sldChg chg="addSp modSp mod ord modShow">
        <pc:chgData name="Yasmine AISSA" userId="c49615ed-9cc6-4a52-85fc-c583af0ddf2f" providerId="ADAL" clId="{B926B871-0419-4A40-812B-AC65033A947E}" dt="2025-07-15T13:20:15.726" v="2803" actId="1076"/>
        <pc:sldMkLst>
          <pc:docMk/>
          <pc:sldMk cId="3387351838" sldId="2147482530"/>
        </pc:sldMkLst>
      </pc:sldChg>
      <pc:sldChg chg="addSp delSp modSp del mod">
        <pc:chgData name="Yasmine AISSA" userId="c49615ed-9cc6-4a52-85fc-c583af0ddf2f" providerId="ADAL" clId="{B926B871-0419-4A40-812B-AC65033A947E}" dt="2025-07-11T13:41:23.229" v="1674" actId="2696"/>
        <pc:sldMkLst>
          <pc:docMk/>
          <pc:sldMk cId="2427981154" sldId="2147482531"/>
        </pc:sldMkLst>
      </pc:sldChg>
      <pc:sldChg chg="addSp delSp modSp del mod">
        <pc:chgData name="Yasmine AISSA" userId="c49615ed-9cc6-4a52-85fc-c583af0ddf2f" providerId="ADAL" clId="{B926B871-0419-4A40-812B-AC65033A947E}" dt="2025-07-11T13:41:51.531" v="1680" actId="2696"/>
        <pc:sldMkLst>
          <pc:docMk/>
          <pc:sldMk cId="2686232559" sldId="2147482532"/>
        </pc:sldMkLst>
      </pc:sldChg>
      <pc:sldChg chg="addSp delSp modSp mod">
        <pc:chgData name="Yasmine AISSA" userId="c49615ed-9cc6-4a52-85fc-c583af0ddf2f" providerId="ADAL" clId="{B926B871-0419-4A40-812B-AC65033A947E}" dt="2025-07-15T10:31:23.045" v="2235" actId="20577"/>
        <pc:sldMkLst>
          <pc:docMk/>
          <pc:sldMk cId="2913223353" sldId="2147482534"/>
        </pc:sldMkLst>
      </pc:sldChg>
      <pc:sldChg chg="addSp delSp modSp del mod">
        <pc:chgData name="Yasmine AISSA" userId="c49615ed-9cc6-4a52-85fc-c583af0ddf2f" providerId="ADAL" clId="{B926B871-0419-4A40-812B-AC65033A947E}" dt="2025-07-11T13:47:00.359" v="1752" actId="2696"/>
        <pc:sldMkLst>
          <pc:docMk/>
          <pc:sldMk cId="3728653431" sldId="2147482535"/>
        </pc:sldMkLst>
      </pc:sldChg>
      <pc:sldChg chg="delSp modSp mod modShow">
        <pc:chgData name="Yasmine AISSA" userId="c49615ed-9cc6-4a52-85fc-c583af0ddf2f" providerId="ADAL" clId="{B926B871-0419-4A40-812B-AC65033A947E}" dt="2025-07-15T10:33:24.541" v="2281" actId="20577"/>
        <pc:sldMkLst>
          <pc:docMk/>
          <pc:sldMk cId="1249032153" sldId="2147482539"/>
        </pc:sldMkLst>
      </pc:sldChg>
      <pc:sldChg chg="del mod modShow">
        <pc:chgData name="Yasmine AISSA" userId="c49615ed-9cc6-4a52-85fc-c583af0ddf2f" providerId="ADAL" clId="{B926B871-0419-4A40-812B-AC65033A947E}" dt="2025-07-11T08:29:15.186" v="231" actId="47"/>
        <pc:sldMkLst>
          <pc:docMk/>
          <pc:sldMk cId="1896308960" sldId="2147482540"/>
        </pc:sldMkLst>
      </pc:sldChg>
      <pc:sldChg chg="del">
        <pc:chgData name="Yasmine AISSA" userId="c49615ed-9cc6-4a52-85fc-c583af0ddf2f" providerId="ADAL" clId="{B926B871-0419-4A40-812B-AC65033A947E}" dt="2025-07-11T08:28:29.844" v="227" actId="2696"/>
        <pc:sldMkLst>
          <pc:docMk/>
          <pc:sldMk cId="3975987300" sldId="2147482541"/>
        </pc:sldMkLst>
      </pc:sldChg>
      <pc:sldChg chg="del">
        <pc:chgData name="Yasmine AISSA" userId="c49615ed-9cc6-4a52-85fc-c583af0ddf2f" providerId="ADAL" clId="{B926B871-0419-4A40-812B-AC65033A947E}" dt="2025-07-11T08:29:05.162" v="229" actId="47"/>
        <pc:sldMkLst>
          <pc:docMk/>
          <pc:sldMk cId="3013181863" sldId="2147482542"/>
        </pc:sldMkLst>
      </pc:sldChg>
      <pc:sldChg chg="del mod modShow">
        <pc:chgData name="Yasmine AISSA" userId="c49615ed-9cc6-4a52-85fc-c583af0ddf2f" providerId="ADAL" clId="{B926B871-0419-4A40-812B-AC65033A947E}" dt="2025-07-11T08:30:15.751" v="235" actId="47"/>
        <pc:sldMkLst>
          <pc:docMk/>
          <pc:sldMk cId="1146468606" sldId="2147482543"/>
        </pc:sldMkLst>
      </pc:sldChg>
      <pc:sldChg chg="del">
        <pc:chgData name="Yasmine AISSA" userId="c49615ed-9cc6-4a52-85fc-c583af0ddf2f" providerId="ADAL" clId="{B926B871-0419-4A40-812B-AC65033A947E}" dt="2025-07-11T08:30:01.265" v="233" actId="47"/>
        <pc:sldMkLst>
          <pc:docMk/>
          <pc:sldMk cId="680353883" sldId="2147482544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712893521" sldId="2147482545"/>
        </pc:sldMkLst>
      </pc:sldChg>
      <pc:sldChg chg="modSp mod">
        <pc:chgData name="Yasmine AISSA" userId="c49615ed-9cc6-4a52-85fc-c583af0ddf2f" providerId="ADAL" clId="{B926B871-0419-4A40-812B-AC65033A947E}" dt="2025-07-15T10:51:13.810" v="2496" actId="20577"/>
        <pc:sldMkLst>
          <pc:docMk/>
          <pc:sldMk cId="2889329387" sldId="2147482547"/>
        </pc:sldMkLst>
      </pc:sldChg>
      <pc:sldChg chg="modSp mod modShow">
        <pc:chgData name="Yasmine AISSA" userId="c49615ed-9cc6-4a52-85fc-c583af0ddf2f" providerId="ADAL" clId="{B926B871-0419-4A40-812B-AC65033A947E}" dt="2025-07-15T10:50:50.939" v="2485" actId="20577"/>
        <pc:sldMkLst>
          <pc:docMk/>
          <pc:sldMk cId="3241639735" sldId="2147482548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3147679365" sldId="2147482549"/>
        </pc:sldMkLst>
      </pc:sldChg>
      <pc:sldChg chg="modSp mod">
        <pc:chgData name="Yasmine AISSA" userId="c49615ed-9cc6-4a52-85fc-c583af0ddf2f" providerId="ADAL" clId="{B926B871-0419-4A40-812B-AC65033A947E}" dt="2025-07-15T10:50:21.492" v="2481" actId="20577"/>
        <pc:sldMkLst>
          <pc:docMk/>
          <pc:sldMk cId="2105083939" sldId="2147482550"/>
        </pc:sldMkLst>
      </pc:sldChg>
      <pc:sldChg chg="modSp add del mod modShow">
        <pc:chgData name="Yasmine AISSA" userId="c49615ed-9cc6-4a52-85fc-c583af0ddf2f" providerId="ADAL" clId="{B926B871-0419-4A40-812B-AC65033A947E}" dt="2025-07-15T10:50:43.241" v="2484" actId="1076"/>
        <pc:sldMkLst>
          <pc:docMk/>
          <pc:sldMk cId="948637017" sldId="2147482551"/>
        </pc:sldMkLst>
      </pc:sldChg>
      <pc:sldChg chg="modSp del mod">
        <pc:chgData name="Yasmine AISSA" userId="c49615ed-9cc6-4a52-85fc-c583af0ddf2f" providerId="ADAL" clId="{B926B871-0419-4A40-812B-AC65033A947E}" dt="2025-07-11T14:30:22.871" v="1950" actId="2696"/>
        <pc:sldMkLst>
          <pc:docMk/>
          <pc:sldMk cId="3075192141" sldId="2147482552"/>
        </pc:sldMkLst>
      </pc:sldChg>
      <pc:sldChg chg="del">
        <pc:chgData name="Yasmine AISSA" userId="c49615ed-9cc6-4a52-85fc-c583af0ddf2f" providerId="ADAL" clId="{B926B871-0419-4A40-812B-AC65033A947E}" dt="2025-07-11T07:56:04.710" v="141" actId="47"/>
        <pc:sldMkLst>
          <pc:docMk/>
          <pc:sldMk cId="112775264" sldId="2147482556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2091693735" sldId="2147482557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170334688" sldId="2147482560"/>
        </pc:sldMkLst>
      </pc:sldChg>
      <pc:sldChg chg="del">
        <pc:chgData name="Yasmine AISSA" userId="c49615ed-9cc6-4a52-85fc-c583af0ddf2f" providerId="ADAL" clId="{B926B871-0419-4A40-812B-AC65033A947E}" dt="2025-07-11T07:56:18.874" v="143" actId="47"/>
        <pc:sldMkLst>
          <pc:docMk/>
          <pc:sldMk cId="557984509" sldId="2147482561"/>
        </pc:sldMkLst>
      </pc:sldChg>
      <pc:sldChg chg="del">
        <pc:chgData name="Yasmine AISSA" userId="c49615ed-9cc6-4a52-85fc-c583af0ddf2f" providerId="ADAL" clId="{B926B871-0419-4A40-812B-AC65033A947E}" dt="2025-07-11T07:56:18.874" v="143" actId="47"/>
        <pc:sldMkLst>
          <pc:docMk/>
          <pc:sldMk cId="1465724338" sldId="2147482562"/>
        </pc:sldMkLst>
      </pc:sldChg>
      <pc:sldChg chg="del">
        <pc:chgData name="Yasmine AISSA" userId="c49615ed-9cc6-4a52-85fc-c583af0ddf2f" providerId="ADAL" clId="{B926B871-0419-4A40-812B-AC65033A947E}" dt="2025-07-11T07:56:11.293" v="142" actId="47"/>
        <pc:sldMkLst>
          <pc:docMk/>
          <pc:sldMk cId="4255554262" sldId="2147482564"/>
        </pc:sldMkLst>
      </pc:sldChg>
      <pc:sldChg chg="del mod modShow">
        <pc:chgData name="Yasmine AISSA" userId="c49615ed-9cc6-4a52-85fc-c583af0ddf2f" providerId="ADAL" clId="{B926B871-0419-4A40-812B-AC65033A947E}" dt="2025-07-11T15:19:32.041" v="1964" actId="2696"/>
        <pc:sldMkLst>
          <pc:docMk/>
          <pc:sldMk cId="3664562981" sldId="2147482565"/>
        </pc:sldMkLst>
      </pc:sldChg>
      <pc:sldChg chg="del">
        <pc:chgData name="Yasmine AISSA" userId="c49615ed-9cc6-4a52-85fc-c583af0ddf2f" providerId="ADAL" clId="{B926B871-0419-4A40-812B-AC65033A947E}" dt="2025-07-11T07:57:15.542" v="145" actId="47"/>
        <pc:sldMkLst>
          <pc:docMk/>
          <pc:sldMk cId="220791958" sldId="2147482566"/>
        </pc:sldMkLst>
      </pc:sldChg>
      <pc:sldChg chg="modSp del mod">
        <pc:chgData name="Yasmine AISSA" userId="c49615ed-9cc6-4a52-85fc-c583af0ddf2f" providerId="ADAL" clId="{B926B871-0419-4A40-812B-AC65033A947E}" dt="2025-07-11T14:21:35.421" v="1903" actId="2696"/>
        <pc:sldMkLst>
          <pc:docMk/>
          <pc:sldMk cId="264377335" sldId="2147482568"/>
        </pc:sldMkLst>
      </pc:sldChg>
      <pc:sldChg chg="del">
        <pc:chgData name="Yasmine AISSA" userId="c49615ed-9cc6-4a52-85fc-c583af0ddf2f" providerId="ADAL" clId="{B926B871-0419-4A40-812B-AC65033A947E}" dt="2025-07-11T08:30:01.265" v="233" actId="47"/>
        <pc:sldMkLst>
          <pc:docMk/>
          <pc:sldMk cId="3263565397" sldId="2147482570"/>
        </pc:sldMkLst>
      </pc:sldChg>
      <pc:sldChg chg="del">
        <pc:chgData name="Yasmine AISSA" userId="c49615ed-9cc6-4a52-85fc-c583af0ddf2f" providerId="ADAL" clId="{B926B871-0419-4A40-812B-AC65033A947E}" dt="2025-07-11T08:30:01.265" v="233" actId="47"/>
        <pc:sldMkLst>
          <pc:docMk/>
          <pc:sldMk cId="43076246" sldId="2147482571"/>
        </pc:sldMkLst>
      </pc:sldChg>
      <pc:sldChg chg="modSp del mod modShow">
        <pc:chgData name="Yasmine AISSA" userId="c49615ed-9cc6-4a52-85fc-c583af0ddf2f" providerId="ADAL" clId="{B926B871-0419-4A40-812B-AC65033A947E}" dt="2025-07-11T14:20:12.365" v="1893" actId="2696"/>
        <pc:sldMkLst>
          <pc:docMk/>
          <pc:sldMk cId="3797644445" sldId="2147482572"/>
        </pc:sldMkLst>
      </pc:sldChg>
      <pc:sldChg chg="del">
        <pc:chgData name="Yasmine AISSA" userId="c49615ed-9cc6-4a52-85fc-c583af0ddf2f" providerId="ADAL" clId="{B926B871-0419-4A40-812B-AC65033A947E}" dt="2025-07-11T07:46:03.133" v="10" actId="47"/>
        <pc:sldMkLst>
          <pc:docMk/>
          <pc:sldMk cId="716691557" sldId="2147482573"/>
        </pc:sldMkLst>
      </pc:sldChg>
      <pc:sldChg chg="del">
        <pc:chgData name="Yasmine AISSA" userId="c49615ed-9cc6-4a52-85fc-c583af0ddf2f" providerId="ADAL" clId="{B926B871-0419-4A40-812B-AC65033A947E}" dt="2025-07-11T07:46:03.133" v="10" actId="47"/>
        <pc:sldMkLst>
          <pc:docMk/>
          <pc:sldMk cId="1619861972" sldId="2147482574"/>
        </pc:sldMkLst>
      </pc:sldChg>
      <pc:sldChg chg="del">
        <pc:chgData name="Yasmine AISSA" userId="c49615ed-9cc6-4a52-85fc-c583af0ddf2f" providerId="ADAL" clId="{B926B871-0419-4A40-812B-AC65033A947E}" dt="2025-07-11T07:46:03.133" v="10" actId="47"/>
        <pc:sldMkLst>
          <pc:docMk/>
          <pc:sldMk cId="723372123" sldId="2147482575"/>
        </pc:sldMkLst>
      </pc:sldChg>
      <pc:sldChg chg="del">
        <pc:chgData name="Yasmine AISSA" userId="c49615ed-9cc6-4a52-85fc-c583af0ddf2f" providerId="ADAL" clId="{B926B871-0419-4A40-812B-AC65033A947E}" dt="2025-07-11T07:46:03.133" v="10" actId="47"/>
        <pc:sldMkLst>
          <pc:docMk/>
          <pc:sldMk cId="2388140648" sldId="2147482576"/>
        </pc:sldMkLst>
      </pc:sldChg>
      <pc:sldChg chg="del">
        <pc:chgData name="Yasmine AISSA" userId="c49615ed-9cc6-4a52-85fc-c583af0ddf2f" providerId="ADAL" clId="{B926B871-0419-4A40-812B-AC65033A947E}" dt="2025-07-15T10:10:27.154" v="2115" actId="2696"/>
        <pc:sldMkLst>
          <pc:docMk/>
          <pc:sldMk cId="2389620308" sldId="2147482577"/>
        </pc:sldMkLst>
      </pc:sldChg>
      <pc:sldChg chg="del">
        <pc:chgData name="Yasmine AISSA" userId="c49615ed-9cc6-4a52-85fc-c583af0ddf2f" providerId="ADAL" clId="{B926B871-0419-4A40-812B-AC65033A947E}" dt="2025-07-15T10:17:03.477" v="2120" actId="2696"/>
        <pc:sldMkLst>
          <pc:docMk/>
          <pc:sldMk cId="1892054509" sldId="2147482578"/>
        </pc:sldMkLst>
      </pc:sldChg>
      <pc:sldChg chg="del">
        <pc:chgData name="Yasmine AISSA" userId="c49615ed-9cc6-4a52-85fc-c583af0ddf2f" providerId="ADAL" clId="{B926B871-0419-4A40-812B-AC65033A947E}" dt="2025-07-15T10:18:35.018" v="2123" actId="47"/>
        <pc:sldMkLst>
          <pc:docMk/>
          <pc:sldMk cId="1891143888" sldId="2147482579"/>
        </pc:sldMkLst>
      </pc:sldChg>
      <pc:sldChg chg="del">
        <pc:chgData name="Yasmine AISSA" userId="c49615ed-9cc6-4a52-85fc-c583af0ddf2f" providerId="ADAL" clId="{B926B871-0419-4A40-812B-AC65033A947E}" dt="2025-07-15T10:19:14.867" v="2130" actId="47"/>
        <pc:sldMkLst>
          <pc:docMk/>
          <pc:sldMk cId="2900614761" sldId="2147482580"/>
        </pc:sldMkLst>
      </pc:sldChg>
      <pc:sldChg chg="del mod modShow">
        <pc:chgData name="Yasmine AISSA" userId="c49615ed-9cc6-4a52-85fc-c583af0ddf2f" providerId="ADAL" clId="{B926B871-0419-4A40-812B-AC65033A947E}" dt="2025-07-15T10:24:57.922" v="2149" actId="47"/>
        <pc:sldMkLst>
          <pc:docMk/>
          <pc:sldMk cId="200095517" sldId="2147482581"/>
        </pc:sldMkLst>
      </pc:sldChg>
      <pc:sldChg chg="del">
        <pc:chgData name="Yasmine AISSA" userId="c49615ed-9cc6-4a52-85fc-c583af0ddf2f" providerId="ADAL" clId="{B926B871-0419-4A40-812B-AC65033A947E}" dt="2025-07-15T10:22:38.948" v="2147" actId="2696"/>
        <pc:sldMkLst>
          <pc:docMk/>
          <pc:sldMk cId="2542858977" sldId="2147482582"/>
        </pc:sldMkLst>
      </pc:sldChg>
      <pc:sldChg chg="add del mod modShow">
        <pc:chgData name="Yasmine AISSA" userId="c49615ed-9cc6-4a52-85fc-c583af0ddf2f" providerId="ADAL" clId="{B926B871-0419-4A40-812B-AC65033A947E}" dt="2025-07-21T09:35:56.875" v="2868"/>
        <pc:sldMkLst>
          <pc:docMk/>
          <pc:sldMk cId="4168517328" sldId="2147482583"/>
        </pc:sldMkLst>
      </pc:sldChg>
      <pc:sldChg chg="del">
        <pc:chgData name="Yasmine AISSA" userId="c49615ed-9cc6-4a52-85fc-c583af0ddf2f" providerId="ADAL" clId="{B926B871-0419-4A40-812B-AC65033A947E}" dt="2025-07-11T07:56:04.710" v="141" actId="47"/>
        <pc:sldMkLst>
          <pc:docMk/>
          <pc:sldMk cId="4089209576" sldId="2147482585"/>
        </pc:sldMkLst>
      </pc:sldChg>
      <pc:sldChg chg="add del mod modShow">
        <pc:chgData name="Yasmine AISSA" userId="c49615ed-9cc6-4a52-85fc-c583af0ddf2f" providerId="ADAL" clId="{B926B871-0419-4A40-812B-AC65033A947E}" dt="2025-07-21T09:36:18.259" v="2869"/>
        <pc:sldMkLst>
          <pc:docMk/>
          <pc:sldMk cId="2963400826" sldId="2147482588"/>
        </pc:sldMkLst>
      </pc:sldChg>
      <pc:sldChg chg="del mod modShow">
        <pc:chgData name="Yasmine AISSA" userId="c49615ed-9cc6-4a52-85fc-c583af0ddf2f" providerId="ADAL" clId="{B926B871-0419-4A40-812B-AC65033A947E}" dt="2025-07-11T08:34:48.589" v="242" actId="2696"/>
        <pc:sldMkLst>
          <pc:docMk/>
          <pc:sldMk cId="3614671441" sldId="2147482589"/>
        </pc:sldMkLst>
      </pc:sldChg>
      <pc:sldChg chg="modSp add del mod ord">
        <pc:chgData name="Yasmine AISSA" userId="c49615ed-9cc6-4a52-85fc-c583af0ddf2f" providerId="ADAL" clId="{B926B871-0419-4A40-812B-AC65033A947E}" dt="2025-07-15T12:31:40.513" v="2529" actId="1076"/>
        <pc:sldMkLst>
          <pc:docMk/>
          <pc:sldMk cId="4084907256" sldId="2147482590"/>
        </pc:sldMkLst>
      </pc:sldChg>
      <pc:sldChg chg="del mod modShow">
        <pc:chgData name="Yasmine AISSA" userId="c49615ed-9cc6-4a52-85fc-c583af0ddf2f" providerId="ADAL" clId="{B926B871-0419-4A40-812B-AC65033A947E}" dt="2025-07-11T08:34:48.589" v="242" actId="2696"/>
        <pc:sldMkLst>
          <pc:docMk/>
          <pc:sldMk cId="2709754494" sldId="2147482591"/>
        </pc:sldMkLst>
      </pc:sldChg>
      <pc:sldChg chg="del mod modShow">
        <pc:chgData name="Yasmine AISSA" userId="c49615ed-9cc6-4a52-85fc-c583af0ddf2f" providerId="ADAL" clId="{B926B871-0419-4A40-812B-AC65033A947E}" dt="2025-07-11T15:19:32.041" v="1964" actId="2696"/>
        <pc:sldMkLst>
          <pc:docMk/>
          <pc:sldMk cId="888161446" sldId="2147482592"/>
        </pc:sldMkLst>
      </pc:sldChg>
      <pc:sldChg chg="add del">
        <pc:chgData name="Yasmine AISSA" userId="c49615ed-9cc6-4a52-85fc-c583af0ddf2f" providerId="ADAL" clId="{B926B871-0419-4A40-812B-AC65033A947E}" dt="2025-07-11T08:13:32.385" v="214" actId="47"/>
        <pc:sldMkLst>
          <pc:docMk/>
          <pc:sldMk cId="2134676857" sldId="2147482593"/>
        </pc:sldMkLst>
      </pc:sldChg>
      <pc:sldChg chg="modSp mod">
        <pc:chgData name="Yasmine AISSA" userId="c49615ed-9cc6-4a52-85fc-c583af0ddf2f" providerId="ADAL" clId="{B926B871-0419-4A40-812B-AC65033A947E}" dt="2025-07-15T10:51:27.800" v="2498" actId="20577"/>
        <pc:sldMkLst>
          <pc:docMk/>
          <pc:sldMk cId="2829010350" sldId="2147482596"/>
        </pc:sldMkLst>
      </pc:sldChg>
      <pc:sldChg chg="modSp mod modShow">
        <pc:chgData name="Yasmine AISSA" userId="c49615ed-9cc6-4a52-85fc-c583af0ddf2f" providerId="ADAL" clId="{B926B871-0419-4A40-812B-AC65033A947E}" dt="2025-07-15T13:58:28.972" v="2826" actId="729"/>
        <pc:sldMkLst>
          <pc:docMk/>
          <pc:sldMk cId="3053716332" sldId="2147482597"/>
        </pc:sldMkLst>
      </pc:sldChg>
      <pc:sldChg chg="del mod modShow">
        <pc:chgData name="Yasmine AISSA" userId="c49615ed-9cc6-4a52-85fc-c583af0ddf2f" providerId="ADAL" clId="{B926B871-0419-4A40-812B-AC65033A947E}" dt="2025-07-11T08:04:34.013" v="164" actId="47"/>
        <pc:sldMkLst>
          <pc:docMk/>
          <pc:sldMk cId="1194223412" sldId="2147482599"/>
        </pc:sldMkLst>
      </pc:sldChg>
      <pc:sldChg chg="del mod modShow">
        <pc:chgData name="Yasmine AISSA" userId="c49615ed-9cc6-4a52-85fc-c583af0ddf2f" providerId="ADAL" clId="{B926B871-0419-4A40-812B-AC65033A947E}" dt="2025-07-11T08:04:34.013" v="164" actId="47"/>
        <pc:sldMkLst>
          <pc:docMk/>
          <pc:sldMk cId="4057079096" sldId="2147482600"/>
        </pc:sldMkLst>
      </pc:sldChg>
      <pc:sldChg chg="del mod modShow">
        <pc:chgData name="Yasmine AISSA" userId="c49615ed-9cc6-4a52-85fc-c583af0ddf2f" providerId="ADAL" clId="{B926B871-0419-4A40-812B-AC65033A947E}" dt="2025-07-11T08:04:34.013" v="164" actId="47"/>
        <pc:sldMkLst>
          <pc:docMk/>
          <pc:sldMk cId="91987161" sldId="2147482601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477065706" sldId="2147482604"/>
        </pc:sldMkLst>
      </pc:sldChg>
      <pc:sldChg chg="del">
        <pc:chgData name="Yasmine AISSA" userId="c49615ed-9cc6-4a52-85fc-c583af0ddf2f" providerId="ADAL" clId="{B926B871-0419-4A40-812B-AC65033A947E}" dt="2025-07-11T08:29:05.162" v="229" actId="47"/>
        <pc:sldMkLst>
          <pc:docMk/>
          <pc:sldMk cId="1991982842" sldId="2147482605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3179885721" sldId="2147482606"/>
        </pc:sldMkLst>
      </pc:sldChg>
      <pc:sldChg chg="del">
        <pc:chgData name="Yasmine AISSA" userId="c49615ed-9cc6-4a52-85fc-c583af0ddf2f" providerId="ADAL" clId="{B926B871-0419-4A40-812B-AC65033A947E}" dt="2025-07-11T08:30:15.751" v="235" actId="47"/>
        <pc:sldMkLst>
          <pc:docMk/>
          <pc:sldMk cId="1199835042" sldId="2147482607"/>
        </pc:sldMkLst>
      </pc:sldChg>
      <pc:sldChg chg="add del mod modShow">
        <pc:chgData name="Yasmine AISSA" userId="c49615ed-9cc6-4a52-85fc-c583af0ddf2f" providerId="ADAL" clId="{B926B871-0419-4A40-812B-AC65033A947E}" dt="2025-07-21T09:36:18.259" v="2869"/>
        <pc:sldMkLst>
          <pc:docMk/>
          <pc:sldMk cId="2022033923" sldId="2147482608"/>
        </pc:sldMkLst>
      </pc:sldChg>
      <pc:sldChg chg="del">
        <pc:chgData name="Yasmine AISSA" userId="c49615ed-9cc6-4a52-85fc-c583af0ddf2f" providerId="ADAL" clId="{B926B871-0419-4A40-812B-AC65033A947E}" dt="2025-07-11T08:09:03.093" v="208" actId="2696"/>
        <pc:sldMkLst>
          <pc:docMk/>
          <pc:sldMk cId="3256440991" sldId="2147482609"/>
        </pc:sldMkLst>
      </pc:sldChg>
      <pc:sldChg chg="modSp mod">
        <pc:chgData name="Yasmine AISSA" userId="c49615ed-9cc6-4a52-85fc-c583af0ddf2f" providerId="ADAL" clId="{B926B871-0419-4A40-812B-AC65033A947E}" dt="2025-07-15T10:49:26.365" v="2467" actId="20577"/>
        <pc:sldMkLst>
          <pc:docMk/>
          <pc:sldMk cId="2389248835" sldId="2147482610"/>
        </pc:sldMkLst>
      </pc:sldChg>
      <pc:sldChg chg="modSp mod">
        <pc:chgData name="Yasmine AISSA" userId="c49615ed-9cc6-4a52-85fc-c583af0ddf2f" providerId="ADAL" clId="{B926B871-0419-4A40-812B-AC65033A947E}" dt="2025-07-15T10:49:08.034" v="2462" actId="20577"/>
        <pc:sldMkLst>
          <pc:docMk/>
          <pc:sldMk cId="2597721776" sldId="2147482611"/>
        </pc:sldMkLst>
      </pc:sldChg>
      <pc:sldChg chg="modSp mod modShow">
        <pc:chgData name="Yasmine AISSA" userId="c49615ed-9cc6-4a52-85fc-c583af0ddf2f" providerId="ADAL" clId="{B926B871-0419-4A40-812B-AC65033A947E}" dt="2025-07-15T13:58:38.669" v="2827" actId="729"/>
        <pc:sldMkLst>
          <pc:docMk/>
          <pc:sldMk cId="777563609" sldId="2147482612"/>
        </pc:sldMkLst>
      </pc:sldChg>
      <pc:sldChg chg="del">
        <pc:chgData name="Yasmine AISSA" userId="c49615ed-9cc6-4a52-85fc-c583af0ddf2f" providerId="ADAL" clId="{B926B871-0419-4A40-812B-AC65033A947E}" dt="2025-07-11T07:54:37.706" v="139" actId="2696"/>
        <pc:sldMkLst>
          <pc:docMk/>
          <pc:sldMk cId="3008791396" sldId="2147482613"/>
        </pc:sldMkLst>
      </pc:sldChg>
      <pc:sldChg chg="del mod modShow">
        <pc:chgData name="Yasmine AISSA" userId="c49615ed-9cc6-4a52-85fc-c583af0ddf2f" providerId="ADAL" clId="{B926B871-0419-4A40-812B-AC65033A947E}" dt="2025-07-11T08:04:36.745" v="165" actId="47"/>
        <pc:sldMkLst>
          <pc:docMk/>
          <pc:sldMk cId="1917245751" sldId="2147482614"/>
        </pc:sldMkLst>
      </pc:sldChg>
      <pc:sldChg chg="add del">
        <pc:chgData name="Yasmine AISSA" userId="c49615ed-9cc6-4a52-85fc-c583af0ddf2f" providerId="ADAL" clId="{B926B871-0419-4A40-812B-AC65033A947E}" dt="2025-07-11T08:13:32.385" v="214" actId="47"/>
        <pc:sldMkLst>
          <pc:docMk/>
          <pc:sldMk cId="2369346932" sldId="2147482615"/>
        </pc:sldMkLst>
      </pc:sldChg>
      <pc:sldChg chg="modSp mod modShow">
        <pc:chgData name="Yasmine AISSA" userId="c49615ed-9cc6-4a52-85fc-c583af0ddf2f" providerId="ADAL" clId="{B926B871-0419-4A40-812B-AC65033A947E}" dt="2025-07-15T14:06:53.204" v="2850" actId="729"/>
        <pc:sldMkLst>
          <pc:docMk/>
          <pc:sldMk cId="2142893685" sldId="2147482616"/>
        </pc:sldMkLst>
      </pc:sldChg>
      <pc:sldChg chg="modSp mod">
        <pc:chgData name="Yasmine AISSA" userId="c49615ed-9cc6-4a52-85fc-c583af0ddf2f" providerId="ADAL" clId="{B926B871-0419-4A40-812B-AC65033A947E}" dt="2025-07-15T10:25:49.757" v="2170" actId="20577"/>
        <pc:sldMkLst>
          <pc:docMk/>
          <pc:sldMk cId="385506026" sldId="2147482618"/>
        </pc:sldMkLst>
      </pc:sldChg>
      <pc:sldChg chg="del mod modShow">
        <pc:chgData name="Yasmine AISSA" userId="c49615ed-9cc6-4a52-85fc-c583af0ddf2f" providerId="ADAL" clId="{B926B871-0419-4A40-812B-AC65033A947E}" dt="2025-07-15T10:24:38.866" v="2148" actId="2696"/>
        <pc:sldMkLst>
          <pc:docMk/>
          <pc:sldMk cId="3606437562" sldId="2147482619"/>
        </pc:sldMkLst>
      </pc:sldChg>
      <pc:sldChg chg="add del mod modShow">
        <pc:chgData name="Yasmine AISSA" userId="c49615ed-9cc6-4a52-85fc-c583af0ddf2f" providerId="ADAL" clId="{B926B871-0419-4A40-812B-AC65033A947E}" dt="2025-07-21T09:35:23" v="2865"/>
        <pc:sldMkLst>
          <pc:docMk/>
          <pc:sldMk cId="332854758" sldId="2147482620"/>
        </pc:sldMkLst>
      </pc:sldChg>
      <pc:sldChg chg="add del mod modShow">
        <pc:chgData name="Yasmine AISSA" userId="c49615ed-9cc6-4a52-85fc-c583af0ddf2f" providerId="ADAL" clId="{B926B871-0419-4A40-812B-AC65033A947E}" dt="2025-07-21T09:35:23" v="2865"/>
        <pc:sldMkLst>
          <pc:docMk/>
          <pc:sldMk cId="1912174299" sldId="2147482621"/>
        </pc:sldMkLst>
      </pc:sldChg>
      <pc:sldChg chg="addSp delSp add del mod setBg delDesignElem modShow">
        <pc:chgData name="Yasmine AISSA" userId="c49615ed-9cc6-4a52-85fc-c583af0ddf2f" providerId="ADAL" clId="{B926B871-0419-4A40-812B-AC65033A947E}" dt="2025-07-21T09:35:23" v="2865"/>
        <pc:sldMkLst>
          <pc:docMk/>
          <pc:sldMk cId="3932954260" sldId="2147482622"/>
        </pc:sldMkLst>
      </pc:sldChg>
      <pc:sldChg chg="modSp mod modShow">
        <pc:chgData name="Yasmine AISSA" userId="c49615ed-9cc6-4a52-85fc-c583af0ddf2f" providerId="ADAL" clId="{B926B871-0419-4A40-812B-AC65033A947E}" dt="2025-07-15T10:47:35.053" v="2459" actId="20577"/>
        <pc:sldMkLst>
          <pc:docMk/>
          <pc:sldMk cId="1406195659" sldId="2147482623"/>
        </pc:sldMkLst>
      </pc:sldChg>
      <pc:sldChg chg="modSp mod modShow">
        <pc:chgData name="Yasmine AISSA" userId="c49615ed-9cc6-4a52-85fc-c583af0ddf2f" providerId="ADAL" clId="{B926B871-0419-4A40-812B-AC65033A947E}" dt="2025-07-15T10:34:04.031" v="2314" actId="1076"/>
        <pc:sldMkLst>
          <pc:docMk/>
          <pc:sldMk cId="2826836844" sldId="2147482624"/>
        </pc:sldMkLst>
      </pc:sldChg>
      <pc:sldChg chg="modSp del mod modShow">
        <pc:chgData name="Yasmine AISSA" userId="c49615ed-9cc6-4a52-85fc-c583af0ddf2f" providerId="ADAL" clId="{B926B871-0419-4A40-812B-AC65033A947E}" dt="2025-07-11T13:55:36.731" v="1867" actId="2696"/>
        <pc:sldMkLst>
          <pc:docMk/>
          <pc:sldMk cId="2591406338" sldId="2147482625"/>
        </pc:sldMkLst>
      </pc:sldChg>
      <pc:sldChg chg="addSp delSp modSp mod modShow">
        <pc:chgData name="Yasmine AISSA" userId="c49615ed-9cc6-4a52-85fc-c583af0ddf2f" providerId="ADAL" clId="{B926B871-0419-4A40-812B-AC65033A947E}" dt="2025-07-15T10:33:47.350" v="2308" actId="1076"/>
        <pc:sldMkLst>
          <pc:docMk/>
          <pc:sldMk cId="4086416848" sldId="2147482626"/>
        </pc:sldMkLst>
      </pc:sldChg>
      <pc:sldChg chg="modSp mod modShow">
        <pc:chgData name="Yasmine AISSA" userId="c49615ed-9cc6-4a52-85fc-c583af0ddf2f" providerId="ADAL" clId="{B926B871-0419-4A40-812B-AC65033A947E}" dt="2025-07-15T13:56:50.822" v="2823" actId="729"/>
        <pc:sldMkLst>
          <pc:docMk/>
          <pc:sldMk cId="3706885681" sldId="2147482627"/>
        </pc:sldMkLst>
      </pc:sldChg>
      <pc:sldChg chg="del mod modShow">
        <pc:chgData name="Yasmine AISSA" userId="c49615ed-9cc6-4a52-85fc-c583af0ddf2f" providerId="ADAL" clId="{B926B871-0419-4A40-812B-AC65033A947E}" dt="2025-07-11T08:30:01.265" v="233" actId="47"/>
        <pc:sldMkLst>
          <pc:docMk/>
          <pc:sldMk cId="3489436192" sldId="2147482628"/>
        </pc:sldMkLst>
      </pc:sldChg>
      <pc:sldChg chg="add del mod modShow">
        <pc:chgData name="Yasmine AISSA" userId="c49615ed-9cc6-4a52-85fc-c583af0ddf2f" providerId="ADAL" clId="{B926B871-0419-4A40-812B-AC65033A947E}" dt="2025-07-21T09:36:18.259" v="2869"/>
        <pc:sldMkLst>
          <pc:docMk/>
          <pc:sldMk cId="1453806796" sldId="2147482629"/>
        </pc:sldMkLst>
      </pc:sldChg>
      <pc:sldChg chg="add del mod modShow">
        <pc:chgData name="Yasmine AISSA" userId="c49615ed-9cc6-4a52-85fc-c583af0ddf2f" providerId="ADAL" clId="{B926B871-0419-4A40-812B-AC65033A947E}" dt="2025-07-21T09:35:56.875" v="2868"/>
        <pc:sldMkLst>
          <pc:docMk/>
          <pc:sldMk cId="2842374480" sldId="2147482630"/>
        </pc:sldMkLst>
      </pc:sldChg>
      <pc:sldChg chg="modSp mod">
        <pc:chgData name="Yasmine AISSA" userId="c49615ed-9cc6-4a52-85fc-c583af0ddf2f" providerId="ADAL" clId="{B926B871-0419-4A40-812B-AC65033A947E}" dt="2025-07-15T10:45:21.091" v="2443" actId="20577"/>
        <pc:sldMkLst>
          <pc:docMk/>
          <pc:sldMk cId="2934060295" sldId="2147482631"/>
        </pc:sldMkLst>
      </pc:sldChg>
      <pc:sldChg chg="addSp delSp modSp mod modShow">
        <pc:chgData name="Yasmine AISSA" userId="c49615ed-9cc6-4a52-85fc-c583af0ddf2f" providerId="ADAL" clId="{B926B871-0419-4A40-812B-AC65033A947E}" dt="2025-07-15T12:27:42.718" v="2523" actId="1076"/>
        <pc:sldMkLst>
          <pc:docMk/>
          <pc:sldMk cId="3378406177" sldId="2147482632"/>
        </pc:sldMkLst>
      </pc:sldChg>
      <pc:sldChg chg="addSp delSp modSp add mod">
        <pc:chgData name="Yasmine AISSA" userId="c49615ed-9cc6-4a52-85fc-c583af0ddf2f" providerId="ADAL" clId="{B926B871-0419-4A40-812B-AC65033A947E}" dt="2025-07-15T10:28:57.358" v="2205" actId="1076"/>
        <pc:sldMkLst>
          <pc:docMk/>
          <pc:sldMk cId="548572405" sldId="2147482633"/>
        </pc:sldMkLst>
      </pc:sldChg>
      <pc:sldChg chg="addSp modSp add mod">
        <pc:chgData name="Yasmine AISSA" userId="c49615ed-9cc6-4a52-85fc-c583af0ddf2f" providerId="ADAL" clId="{B926B871-0419-4A40-812B-AC65033A947E}" dt="2025-07-15T12:21:13.354" v="2517" actId="1076"/>
        <pc:sldMkLst>
          <pc:docMk/>
          <pc:sldMk cId="2032420262" sldId="2147482634"/>
        </pc:sldMkLst>
      </pc:sldChg>
      <pc:sldChg chg="addSp modSp add mod">
        <pc:chgData name="Yasmine AISSA" userId="c49615ed-9cc6-4a52-85fc-c583af0ddf2f" providerId="ADAL" clId="{B926B871-0419-4A40-812B-AC65033A947E}" dt="2025-07-15T10:30:57.510" v="2230" actId="20577"/>
        <pc:sldMkLst>
          <pc:docMk/>
          <pc:sldMk cId="3072628558" sldId="2147482635"/>
        </pc:sldMkLst>
      </pc:sldChg>
      <pc:sldChg chg="addSp modSp add mod">
        <pc:chgData name="Yasmine AISSA" userId="c49615ed-9cc6-4a52-85fc-c583af0ddf2f" providerId="ADAL" clId="{B926B871-0419-4A40-812B-AC65033A947E}" dt="2025-07-15T10:32:43.732" v="2253" actId="20577"/>
        <pc:sldMkLst>
          <pc:docMk/>
          <pc:sldMk cId="2024774482" sldId="2147482636"/>
        </pc:sldMkLst>
      </pc:sldChg>
      <pc:sldChg chg="addSp modSp add mod">
        <pc:chgData name="Yasmine AISSA" userId="c49615ed-9cc6-4a52-85fc-c583af0ddf2f" providerId="ADAL" clId="{B926B871-0419-4A40-812B-AC65033A947E}" dt="2025-07-15T10:34:46.572" v="2340" actId="1037"/>
        <pc:sldMkLst>
          <pc:docMk/>
          <pc:sldMk cId="3903996569" sldId="2147482637"/>
        </pc:sldMkLst>
      </pc:sldChg>
      <pc:sldChg chg="addSp modSp add mod">
        <pc:chgData name="Yasmine AISSA" userId="c49615ed-9cc6-4a52-85fc-c583af0ddf2f" providerId="ADAL" clId="{B926B871-0419-4A40-812B-AC65033A947E}" dt="2025-07-15T12:30:26.485" v="2525" actId="1037"/>
        <pc:sldMkLst>
          <pc:docMk/>
          <pc:sldMk cId="505270672" sldId="2147482638"/>
        </pc:sldMkLst>
      </pc:sldChg>
      <pc:sldChg chg="addSp modSp add mod">
        <pc:chgData name="Yasmine AISSA" userId="c49615ed-9cc6-4a52-85fc-c583af0ddf2f" providerId="ADAL" clId="{B926B871-0419-4A40-812B-AC65033A947E}" dt="2025-07-15T10:52:09.918" v="2508" actId="1076"/>
        <pc:sldMkLst>
          <pc:docMk/>
          <pc:sldMk cId="1032640612" sldId="2147482639"/>
        </pc:sldMkLst>
      </pc:sldChg>
      <pc:sldChg chg="addSp delSp modSp add mod">
        <pc:chgData name="Yasmine AISSA" userId="c49615ed-9cc6-4a52-85fc-c583af0ddf2f" providerId="ADAL" clId="{B926B871-0419-4A40-812B-AC65033A947E}" dt="2025-07-15T10:47:16.275" v="2454" actId="1076"/>
        <pc:sldMkLst>
          <pc:docMk/>
          <pc:sldMk cId="137478425" sldId="2147482640"/>
        </pc:sldMkLst>
      </pc:sldChg>
      <pc:sldChg chg="modSp add del mod">
        <pc:chgData name="Yasmine AISSA" userId="c49615ed-9cc6-4a52-85fc-c583af0ddf2f" providerId="ADAL" clId="{B926B871-0419-4A40-812B-AC65033A947E}" dt="2025-07-15T10:45:03.591" v="2439" actId="2696"/>
        <pc:sldMkLst>
          <pc:docMk/>
          <pc:sldMk cId="1705227739" sldId="2147482641"/>
        </pc:sldMkLst>
      </pc:sldChg>
      <pc:sldChg chg="addSp modSp add mod">
        <pc:chgData name="Yasmine AISSA" userId="c49615ed-9cc6-4a52-85fc-c583af0ddf2f" providerId="ADAL" clId="{B926B871-0419-4A40-812B-AC65033A947E}" dt="2025-07-15T10:44:36.332" v="2438" actId="20577"/>
        <pc:sldMkLst>
          <pc:docMk/>
          <pc:sldMk cId="482464989" sldId="2147482642"/>
        </pc:sldMkLst>
      </pc:sldChg>
      <pc:sldChg chg="modSp new mod modShow">
        <pc:chgData name="Yasmine AISSA" userId="c49615ed-9cc6-4a52-85fc-c583af0ddf2f" providerId="ADAL" clId="{B926B871-0419-4A40-812B-AC65033A947E}" dt="2025-07-15T12:30:35.611" v="2526" actId="729"/>
        <pc:sldMkLst>
          <pc:docMk/>
          <pc:sldMk cId="3019325207" sldId="2147482643"/>
        </pc:sldMkLst>
      </pc:sldChg>
      <pc:sldChg chg="new del">
        <pc:chgData name="Yasmine AISSA" userId="c49615ed-9cc6-4a52-85fc-c583af0ddf2f" providerId="ADAL" clId="{B926B871-0419-4A40-812B-AC65033A947E}" dt="2025-07-15T09:12:35.020" v="2085" actId="680"/>
        <pc:sldMkLst>
          <pc:docMk/>
          <pc:sldMk cId="3288516220" sldId="2147482643"/>
        </pc:sldMkLst>
      </pc:sldChg>
      <pc:sldChg chg="add">
        <pc:chgData name="Yasmine AISSA" userId="c49615ed-9cc6-4a52-85fc-c583af0ddf2f" providerId="ADAL" clId="{B926B871-0419-4A40-812B-AC65033A947E}" dt="2025-07-15T10:40:04.144" v="2401" actId="2890"/>
        <pc:sldMkLst>
          <pc:docMk/>
          <pc:sldMk cId="4186051456" sldId="2147482644"/>
        </pc:sldMkLst>
      </pc:sldChg>
      <pc:sldChg chg="addSp delSp modSp add mod modShow">
        <pc:chgData name="Yasmine AISSA" userId="c49615ed-9cc6-4a52-85fc-c583af0ddf2f" providerId="ADAL" clId="{B926B871-0419-4A40-812B-AC65033A947E}" dt="2025-07-15T13:04:44.634" v="2781" actId="729"/>
        <pc:sldMkLst>
          <pc:docMk/>
          <pc:sldMk cId="1091974974" sldId="2147482645"/>
        </pc:sldMkLst>
      </pc:sldChg>
      <pc:sldChg chg="add del">
        <pc:chgData name="Yasmine AISSA" userId="c49615ed-9cc6-4a52-85fc-c583af0ddf2f" providerId="ADAL" clId="{B926B871-0419-4A40-812B-AC65033A947E}" dt="2025-07-21T09:35:29.787" v="2866" actId="2696"/>
        <pc:sldMkLst>
          <pc:docMk/>
          <pc:sldMk cId="243902312" sldId="2147482646"/>
        </pc:sldMkLst>
      </pc:sldChg>
      <pc:sldChg chg="delSp add del setBg delDesignElem">
        <pc:chgData name="Yasmine AISSA" userId="c49615ed-9cc6-4a52-85fc-c583af0ddf2f" providerId="ADAL" clId="{B926B871-0419-4A40-812B-AC65033A947E}" dt="2025-07-21T09:35:29.787" v="2866" actId="2696"/>
        <pc:sldMkLst>
          <pc:docMk/>
          <pc:sldMk cId="2641430066" sldId="2147482647"/>
        </pc:sldMkLst>
      </pc:sldChg>
      <pc:sldChg chg="delSp add del setBg delDesignElem">
        <pc:chgData name="Yasmine AISSA" userId="c49615ed-9cc6-4a52-85fc-c583af0ddf2f" providerId="ADAL" clId="{B926B871-0419-4A40-812B-AC65033A947E}" dt="2025-07-21T09:35:29.787" v="2866" actId="2696"/>
        <pc:sldMkLst>
          <pc:docMk/>
          <pc:sldMk cId="3089912581" sldId="2147482648"/>
        </pc:sldMkLst>
      </pc:sldChg>
      <pc:sldChg chg="delSp add del setBg delDesignElem">
        <pc:chgData name="Yasmine AISSA" userId="c49615ed-9cc6-4a52-85fc-c583af0ddf2f" providerId="ADAL" clId="{B926B871-0419-4A40-812B-AC65033A947E}" dt="2025-07-21T09:35:29.787" v="2866" actId="2696"/>
        <pc:sldMkLst>
          <pc:docMk/>
          <pc:sldMk cId="3118829435" sldId="2147482649"/>
        </pc:sldMkLst>
      </pc:sldChg>
      <pc:sldChg chg="add del">
        <pc:chgData name="Yasmine AISSA" userId="c49615ed-9cc6-4a52-85fc-c583af0ddf2f" providerId="ADAL" clId="{B926B871-0419-4A40-812B-AC65033A947E}" dt="2025-07-21T09:34:42.725" v="2861"/>
        <pc:sldMkLst>
          <pc:docMk/>
          <pc:sldMk cId="1333841121" sldId="2147482650"/>
        </pc:sldMkLst>
      </pc:sldChg>
      <pc:sldChg chg="addSp delSp add del setBg delDesignElem">
        <pc:chgData name="Yasmine AISSA" userId="c49615ed-9cc6-4a52-85fc-c583af0ddf2f" providerId="ADAL" clId="{B926B871-0419-4A40-812B-AC65033A947E}" dt="2025-07-21T09:34:42.725" v="2861"/>
        <pc:sldMkLst>
          <pc:docMk/>
          <pc:sldMk cId="1113949248" sldId="2147482651"/>
        </pc:sldMkLst>
      </pc:sldChg>
      <pc:sldChg chg="addSp delSp add del setBg delDesignElem">
        <pc:chgData name="Yasmine AISSA" userId="c49615ed-9cc6-4a52-85fc-c583af0ddf2f" providerId="ADAL" clId="{B926B871-0419-4A40-812B-AC65033A947E}" dt="2025-07-21T09:34:42.725" v="2861"/>
        <pc:sldMkLst>
          <pc:docMk/>
          <pc:sldMk cId="1353177444" sldId="2147482652"/>
        </pc:sldMkLst>
      </pc:sldChg>
      <pc:sldChg chg="addSp delSp add del setBg delDesignElem">
        <pc:chgData name="Yasmine AISSA" userId="c49615ed-9cc6-4a52-85fc-c583af0ddf2f" providerId="ADAL" clId="{B926B871-0419-4A40-812B-AC65033A947E}" dt="2025-07-21T09:34:42.725" v="2861"/>
        <pc:sldMkLst>
          <pc:docMk/>
          <pc:sldMk cId="3454913897" sldId="2147482653"/>
        </pc:sldMkLst>
      </pc:sldChg>
    </pc:docChg>
  </pc:docChgLst>
  <pc:docChgLst>
    <pc:chgData name="Yasmine AISSA" userId="c49615ed-9cc6-4a52-85fc-c583af0ddf2f" providerId="ADAL" clId="{C1E26B80-9E14-4479-9694-990F20F05C7F}"/>
    <pc:docChg chg="undo custSel addSld delSld modSld sldOrd">
      <pc:chgData name="Yasmine AISSA" userId="c49615ed-9cc6-4a52-85fc-c583af0ddf2f" providerId="ADAL" clId="{C1E26B80-9E14-4479-9694-990F20F05C7F}" dt="2025-11-05T12:25:10.863" v="1869" actId="20577"/>
      <pc:docMkLst>
        <pc:docMk/>
      </pc:docMkLst>
      <pc:sldChg chg="del">
        <pc:chgData name="Yasmine AISSA" userId="c49615ed-9cc6-4a52-85fc-c583af0ddf2f" providerId="ADAL" clId="{C1E26B80-9E14-4479-9694-990F20F05C7F}" dt="2025-10-02T12:59:14.774" v="935" actId="47"/>
        <pc:sldMkLst>
          <pc:docMk/>
          <pc:sldMk cId="3784089036" sldId="256"/>
        </pc:sldMkLst>
      </pc:sldChg>
      <pc:sldChg chg="modSp mod">
        <pc:chgData name="Yasmine AISSA" userId="c49615ed-9cc6-4a52-85fc-c583af0ddf2f" providerId="ADAL" clId="{C1E26B80-9E14-4479-9694-990F20F05C7F}" dt="2025-11-04T14:34:55.678" v="1799" actId="20577"/>
        <pc:sldMkLst>
          <pc:docMk/>
          <pc:sldMk cId="0" sldId="263"/>
        </pc:sldMkLst>
        <pc:spChg chg="mod">
          <ac:chgData name="Yasmine AISSA" userId="c49615ed-9cc6-4a52-85fc-c583af0ddf2f" providerId="ADAL" clId="{C1E26B80-9E14-4479-9694-990F20F05C7F}" dt="2025-11-04T14:34:55.678" v="1799" actId="20577"/>
          <ac:spMkLst>
            <pc:docMk/>
            <pc:sldMk cId="0" sldId="263"/>
            <ac:spMk id="4" creationId="{42CAF016-717A-AD95-5291-C0F4D2AC35DF}"/>
          </ac:spMkLst>
        </pc:spChg>
      </pc:sldChg>
      <pc:sldChg chg="del">
        <pc:chgData name="Yasmine AISSA" userId="c49615ed-9cc6-4a52-85fc-c583af0ddf2f" providerId="ADAL" clId="{C1E26B80-9E14-4479-9694-990F20F05C7F}" dt="2025-10-02T13:00:03.220" v="989" actId="47"/>
        <pc:sldMkLst>
          <pc:docMk/>
          <pc:sldMk cId="589344379" sldId="2147482420"/>
        </pc:sldMkLst>
      </pc:sldChg>
      <pc:sldChg chg="del">
        <pc:chgData name="Yasmine AISSA" userId="c49615ed-9cc6-4a52-85fc-c583af0ddf2f" providerId="ADAL" clId="{C1E26B80-9E14-4479-9694-990F20F05C7F}" dt="2025-10-02T12:59:12.368" v="906" actId="47"/>
        <pc:sldMkLst>
          <pc:docMk/>
          <pc:sldMk cId="2381479601" sldId="2147482451"/>
        </pc:sldMkLst>
      </pc:sldChg>
      <pc:sldChg chg="del">
        <pc:chgData name="Yasmine AISSA" userId="c49615ed-9cc6-4a52-85fc-c583af0ddf2f" providerId="ADAL" clId="{C1E26B80-9E14-4479-9694-990F20F05C7F}" dt="2025-10-02T12:59:13.160" v="919" actId="47"/>
        <pc:sldMkLst>
          <pc:docMk/>
          <pc:sldMk cId="420943782" sldId="2147482452"/>
        </pc:sldMkLst>
      </pc:sldChg>
      <pc:sldChg chg="del">
        <pc:chgData name="Yasmine AISSA" userId="c49615ed-9cc6-4a52-85fc-c583af0ddf2f" providerId="ADAL" clId="{C1E26B80-9E14-4479-9694-990F20F05C7F}" dt="2025-10-02T12:59:13.343" v="925" actId="47"/>
        <pc:sldMkLst>
          <pc:docMk/>
          <pc:sldMk cId="2784782344" sldId="2147482455"/>
        </pc:sldMkLst>
      </pc:sldChg>
      <pc:sldChg chg="modSp del mod ord">
        <pc:chgData name="Yasmine AISSA" userId="c49615ed-9cc6-4a52-85fc-c583af0ddf2f" providerId="ADAL" clId="{C1E26B80-9E14-4479-9694-990F20F05C7F}" dt="2025-09-17T12:58:37.075" v="227" actId="47"/>
        <pc:sldMkLst>
          <pc:docMk/>
          <pc:sldMk cId="1902261105" sldId="2147482463"/>
        </pc:sldMkLst>
      </pc:sldChg>
      <pc:sldChg chg="del">
        <pc:chgData name="Yasmine AISSA" userId="c49615ed-9cc6-4a52-85fc-c583af0ddf2f" providerId="ADAL" clId="{C1E26B80-9E14-4479-9694-990F20F05C7F}" dt="2025-10-02T12:59:13.400" v="926" actId="47"/>
        <pc:sldMkLst>
          <pc:docMk/>
          <pc:sldMk cId="2789704366" sldId="2147482464"/>
        </pc:sldMkLst>
      </pc:sldChg>
      <pc:sldChg chg="del">
        <pc:chgData name="Yasmine AISSA" userId="c49615ed-9cc6-4a52-85fc-c583af0ddf2f" providerId="ADAL" clId="{C1E26B80-9E14-4479-9694-990F20F05C7F}" dt="2025-10-02T12:59:14.225" v="933" actId="47"/>
        <pc:sldMkLst>
          <pc:docMk/>
          <pc:sldMk cId="1281640377" sldId="2147482465"/>
        </pc:sldMkLst>
      </pc:sldChg>
      <pc:sldChg chg="del">
        <pc:chgData name="Yasmine AISSA" userId="c49615ed-9cc6-4a52-85fc-c583af0ddf2f" providerId="ADAL" clId="{C1E26B80-9E14-4479-9694-990F20F05C7F}" dt="2025-10-02T12:59:12.921" v="912" actId="47"/>
        <pc:sldMkLst>
          <pc:docMk/>
          <pc:sldMk cId="2260850067" sldId="2147482468"/>
        </pc:sldMkLst>
      </pc:sldChg>
      <pc:sldChg chg="del">
        <pc:chgData name="Yasmine AISSA" userId="c49615ed-9cc6-4a52-85fc-c583af0ddf2f" providerId="ADAL" clId="{C1E26B80-9E14-4479-9694-990F20F05C7F}" dt="2025-10-02T12:59:12.671" v="909" actId="47"/>
        <pc:sldMkLst>
          <pc:docMk/>
          <pc:sldMk cId="2335165579" sldId="2147482470"/>
        </pc:sldMkLst>
      </pc:sldChg>
      <pc:sldChg chg="del">
        <pc:chgData name="Yasmine AISSA" userId="c49615ed-9cc6-4a52-85fc-c583af0ddf2f" providerId="ADAL" clId="{C1E26B80-9E14-4479-9694-990F20F05C7F}" dt="2025-10-02T13:00:26.912" v="993" actId="47"/>
        <pc:sldMkLst>
          <pc:docMk/>
          <pc:sldMk cId="1539061140" sldId="2147482472"/>
        </pc:sldMkLst>
      </pc:sldChg>
      <pc:sldChg chg="del">
        <pc:chgData name="Yasmine AISSA" userId="c49615ed-9cc6-4a52-85fc-c583af0ddf2f" providerId="ADAL" clId="{C1E26B80-9E14-4479-9694-990F20F05C7F}" dt="2025-10-02T12:59:12.192" v="901" actId="47"/>
        <pc:sldMkLst>
          <pc:docMk/>
          <pc:sldMk cId="1670965933" sldId="2147482487"/>
        </pc:sldMkLst>
      </pc:sldChg>
      <pc:sldChg chg="del">
        <pc:chgData name="Yasmine AISSA" userId="c49615ed-9cc6-4a52-85fc-c583af0ddf2f" providerId="ADAL" clId="{C1E26B80-9E14-4479-9694-990F20F05C7F}" dt="2025-10-02T12:59:10.785" v="893" actId="47"/>
        <pc:sldMkLst>
          <pc:docMk/>
          <pc:sldMk cId="176091799" sldId="2147482493"/>
        </pc:sldMkLst>
      </pc:sldChg>
      <pc:sldChg chg="del">
        <pc:chgData name="Yasmine AISSA" userId="c49615ed-9cc6-4a52-85fc-c583af0ddf2f" providerId="ADAL" clId="{C1E26B80-9E14-4479-9694-990F20F05C7F}" dt="2025-10-02T12:59:12.239" v="903" actId="47"/>
        <pc:sldMkLst>
          <pc:docMk/>
          <pc:sldMk cId="2003063576" sldId="2147482497"/>
        </pc:sldMkLst>
      </pc:sldChg>
      <pc:sldChg chg="del">
        <pc:chgData name="Yasmine AISSA" userId="c49615ed-9cc6-4a52-85fc-c583af0ddf2f" providerId="ADAL" clId="{C1E26B80-9E14-4479-9694-990F20F05C7F}" dt="2025-10-02T12:59:11.128" v="896" actId="47"/>
        <pc:sldMkLst>
          <pc:docMk/>
          <pc:sldMk cId="2901287855" sldId="2147482498"/>
        </pc:sldMkLst>
      </pc:sldChg>
      <pc:sldChg chg="del">
        <pc:chgData name="Yasmine AISSA" userId="c49615ed-9cc6-4a52-85fc-c583af0ddf2f" providerId="ADAL" clId="{C1E26B80-9E14-4479-9694-990F20F05C7F}" dt="2025-10-02T12:59:13.097" v="916" actId="47"/>
        <pc:sldMkLst>
          <pc:docMk/>
          <pc:sldMk cId="539872588" sldId="2147482499"/>
        </pc:sldMkLst>
      </pc:sldChg>
      <pc:sldChg chg="modSp add del mod">
        <pc:chgData name="Yasmine AISSA" userId="c49615ed-9cc6-4a52-85fc-c583af0ddf2f" providerId="ADAL" clId="{C1E26B80-9E14-4479-9694-990F20F05C7F}" dt="2025-10-10T12:35:18.090" v="1100" actId="47"/>
        <pc:sldMkLst>
          <pc:docMk/>
          <pc:sldMk cId="3864399978" sldId="2147482517"/>
        </pc:sldMkLst>
      </pc:sldChg>
      <pc:sldChg chg="addSp delSp modSp add del mod">
        <pc:chgData name="Yasmine AISSA" userId="c49615ed-9cc6-4a52-85fc-c583af0ddf2f" providerId="ADAL" clId="{C1E26B80-9E14-4479-9694-990F20F05C7F}" dt="2025-11-04T14:41:04.312" v="1801" actId="20577"/>
        <pc:sldMkLst>
          <pc:docMk/>
          <pc:sldMk cId="1445730063" sldId="2147482518"/>
        </pc:sldMkLst>
        <pc:spChg chg="mod">
          <ac:chgData name="Yasmine AISSA" userId="c49615ed-9cc6-4a52-85fc-c583af0ddf2f" providerId="ADAL" clId="{C1E26B80-9E14-4479-9694-990F20F05C7F}" dt="2025-11-04T14:41:04.312" v="1801" actId="20577"/>
          <ac:spMkLst>
            <pc:docMk/>
            <pc:sldMk cId="1445730063" sldId="2147482518"/>
            <ac:spMk id="2" creationId="{82BA65AD-58D6-AA95-7815-8EAC9E023D1D}"/>
          </ac:spMkLst>
        </pc:spChg>
        <pc:spChg chg="mod">
          <ac:chgData name="Yasmine AISSA" userId="c49615ed-9cc6-4a52-85fc-c583af0ddf2f" providerId="ADAL" clId="{C1E26B80-9E14-4479-9694-990F20F05C7F}" dt="2025-11-04T14:33:46.860" v="1705" actId="20577"/>
          <ac:spMkLst>
            <pc:docMk/>
            <pc:sldMk cId="1445730063" sldId="2147482518"/>
            <ac:spMk id="4" creationId="{F01A3736-64E6-8F6B-A476-D87E8F651935}"/>
          </ac:spMkLst>
        </pc:spChg>
        <pc:spChg chg="mod">
          <ac:chgData name="Yasmine AISSA" userId="c49615ed-9cc6-4a52-85fc-c583af0ddf2f" providerId="ADAL" clId="{C1E26B80-9E14-4479-9694-990F20F05C7F}" dt="2025-10-10T12:34:47.013" v="1089" actId="20577"/>
          <ac:spMkLst>
            <pc:docMk/>
            <pc:sldMk cId="1445730063" sldId="2147482518"/>
            <ac:spMk id="6" creationId="{6998B906-5A07-15E1-81E3-35AA3928E090}"/>
          </ac:spMkLst>
        </pc:spChg>
        <pc:spChg chg="mod">
          <ac:chgData name="Yasmine AISSA" userId="c49615ed-9cc6-4a52-85fc-c583af0ddf2f" providerId="ADAL" clId="{C1E26B80-9E14-4479-9694-990F20F05C7F}" dt="2025-10-10T12:34:42.134" v="1086" actId="20577"/>
          <ac:spMkLst>
            <pc:docMk/>
            <pc:sldMk cId="1445730063" sldId="2147482518"/>
            <ac:spMk id="7" creationId="{D53D10A0-ED3C-0C82-54CF-450705145693}"/>
          </ac:spMkLst>
        </pc:spChg>
        <pc:spChg chg="mod">
          <ac:chgData name="Yasmine AISSA" userId="c49615ed-9cc6-4a52-85fc-c583af0ddf2f" providerId="ADAL" clId="{C1E26B80-9E14-4479-9694-990F20F05C7F}" dt="2025-10-10T12:35:51.959" v="1145" actId="20577"/>
          <ac:spMkLst>
            <pc:docMk/>
            <pc:sldMk cId="1445730063" sldId="2147482518"/>
            <ac:spMk id="8" creationId="{9B4D0AB9-747B-8924-C53B-B7EA78D5DAB9}"/>
          </ac:spMkLst>
        </pc:spChg>
        <pc:spChg chg="add mod">
          <ac:chgData name="Yasmine AISSA" userId="c49615ed-9cc6-4a52-85fc-c583af0ddf2f" providerId="ADAL" clId="{C1E26B80-9E14-4479-9694-990F20F05C7F}" dt="2025-10-15T13:07:11.463" v="1155" actId="207"/>
          <ac:spMkLst>
            <pc:docMk/>
            <pc:sldMk cId="1445730063" sldId="2147482518"/>
            <ac:spMk id="10" creationId="{8094D693-A649-EFAF-F30C-83E1AD923031}"/>
          </ac:spMkLst>
        </pc:spChg>
        <pc:spChg chg="add mod">
          <ac:chgData name="Yasmine AISSA" userId="c49615ed-9cc6-4a52-85fc-c583af0ddf2f" providerId="ADAL" clId="{C1E26B80-9E14-4479-9694-990F20F05C7F}" dt="2025-10-15T13:07:15.800" v="1156" actId="207"/>
          <ac:spMkLst>
            <pc:docMk/>
            <pc:sldMk cId="1445730063" sldId="2147482518"/>
            <ac:spMk id="11" creationId="{1307E5D1-3D01-9F6E-8F4F-684F492E3C39}"/>
          </ac:spMkLst>
        </pc:spChg>
        <pc:spChg chg="add mod">
          <ac:chgData name="Yasmine AISSA" userId="c49615ed-9cc6-4a52-85fc-c583af0ddf2f" providerId="ADAL" clId="{C1E26B80-9E14-4479-9694-990F20F05C7F}" dt="2025-10-15T13:08:02.396" v="1166" actId="207"/>
          <ac:spMkLst>
            <pc:docMk/>
            <pc:sldMk cId="1445730063" sldId="2147482518"/>
            <ac:spMk id="12" creationId="{C12EACBC-F4AB-6ECA-AA06-32D8EB5D2D4A}"/>
          </ac:spMkLst>
        </pc:spChg>
        <pc:spChg chg="add mod">
          <ac:chgData name="Yasmine AISSA" userId="c49615ed-9cc6-4a52-85fc-c583af0ddf2f" providerId="ADAL" clId="{C1E26B80-9E14-4479-9694-990F20F05C7F}" dt="2025-10-15T13:07:54.875" v="1164" actId="207"/>
          <ac:spMkLst>
            <pc:docMk/>
            <pc:sldMk cId="1445730063" sldId="2147482518"/>
            <ac:spMk id="13" creationId="{B6AA4C82-D82C-DEFB-1F77-50AEBF9ABBCC}"/>
          </ac:spMkLst>
        </pc:spChg>
        <pc:spChg chg="add mod">
          <ac:chgData name="Yasmine AISSA" userId="c49615ed-9cc6-4a52-85fc-c583af0ddf2f" providerId="ADAL" clId="{C1E26B80-9E14-4479-9694-990F20F05C7F}" dt="2025-10-10T12:34:28.864" v="1082" actId="1076"/>
          <ac:spMkLst>
            <pc:docMk/>
            <pc:sldMk cId="1445730063" sldId="2147482518"/>
            <ac:spMk id="14" creationId="{52BC43AB-7394-6281-2CD1-63CCD1ECB037}"/>
          </ac:spMkLst>
        </pc:spChg>
        <pc:spChg chg="add mod">
          <ac:chgData name="Yasmine AISSA" userId="c49615ed-9cc6-4a52-85fc-c583af0ddf2f" providerId="ADAL" clId="{C1E26B80-9E14-4479-9694-990F20F05C7F}" dt="2025-10-10T12:34:28.864" v="1082" actId="1076"/>
          <ac:spMkLst>
            <pc:docMk/>
            <pc:sldMk cId="1445730063" sldId="2147482518"/>
            <ac:spMk id="15" creationId="{47D684F2-CC6D-B3C9-CC6C-C90B542D7D51}"/>
          </ac:spMkLst>
        </pc:spChg>
        <pc:spChg chg="add mod">
          <ac:chgData name="Yasmine AISSA" userId="c49615ed-9cc6-4a52-85fc-c583af0ddf2f" providerId="ADAL" clId="{C1E26B80-9E14-4479-9694-990F20F05C7F}" dt="2025-10-15T13:07:03.445" v="1154" actId="207"/>
          <ac:spMkLst>
            <pc:docMk/>
            <pc:sldMk cId="1445730063" sldId="2147482518"/>
            <ac:spMk id="16" creationId="{4000F295-6306-F532-959F-02D6A488AD64}"/>
          </ac:spMkLst>
        </pc:spChg>
        <pc:spChg chg="add mod">
          <ac:chgData name="Yasmine AISSA" userId="c49615ed-9cc6-4a52-85fc-c583af0ddf2f" providerId="ADAL" clId="{C1E26B80-9E14-4479-9694-990F20F05C7F}" dt="2025-10-15T13:07:58.246" v="1165" actId="207"/>
          <ac:spMkLst>
            <pc:docMk/>
            <pc:sldMk cId="1445730063" sldId="2147482518"/>
            <ac:spMk id="17" creationId="{F57C9BB7-CDB3-E71A-1F34-628958B555D6}"/>
          </ac:spMkLst>
        </pc:spChg>
        <pc:spChg chg="add mod">
          <ac:chgData name="Yasmine AISSA" userId="c49615ed-9cc6-4a52-85fc-c583af0ddf2f" providerId="ADAL" clId="{C1E26B80-9E14-4479-9694-990F20F05C7F}" dt="2025-10-31T09:18:01.528" v="1261" actId="20577"/>
          <ac:spMkLst>
            <pc:docMk/>
            <pc:sldMk cId="1445730063" sldId="2147482518"/>
            <ac:spMk id="18" creationId="{7D24B473-3441-75E9-5931-132943AE1E90}"/>
          </ac:spMkLst>
        </pc:spChg>
        <pc:spChg chg="add mod">
          <ac:chgData name="Yasmine AISSA" userId="c49615ed-9cc6-4a52-85fc-c583af0ddf2f" providerId="ADAL" clId="{C1E26B80-9E14-4479-9694-990F20F05C7F}" dt="2025-10-31T13:41:14.300" v="1265" actId="20577"/>
          <ac:spMkLst>
            <pc:docMk/>
            <pc:sldMk cId="1445730063" sldId="2147482518"/>
            <ac:spMk id="19" creationId="{ED205BDB-966C-465F-B95D-DA23463B3D46}"/>
          </ac:spMkLst>
        </pc:spChg>
        <pc:spChg chg="mod">
          <ac:chgData name="Yasmine AISSA" userId="c49615ed-9cc6-4a52-85fc-c583af0ddf2f" providerId="ADAL" clId="{C1E26B80-9E14-4479-9694-990F20F05C7F}" dt="2025-10-10T12:34:34.238" v="1083" actId="1076"/>
          <ac:spMkLst>
            <pc:docMk/>
            <pc:sldMk cId="1445730063" sldId="2147482518"/>
            <ac:spMk id="22" creationId="{F0C0E378-238D-CF37-252B-FB9BA569A504}"/>
          </ac:spMkLst>
        </pc:spChg>
        <pc:spChg chg="mod">
          <ac:chgData name="Yasmine AISSA" userId="c49615ed-9cc6-4a52-85fc-c583af0ddf2f" providerId="ADAL" clId="{C1E26B80-9E14-4479-9694-990F20F05C7F}" dt="2025-10-10T12:34:37.371" v="1084" actId="20577"/>
          <ac:spMkLst>
            <pc:docMk/>
            <pc:sldMk cId="1445730063" sldId="2147482518"/>
            <ac:spMk id="25" creationId="{6475E2AB-25C7-A228-E7F8-948E8D491796}"/>
          </ac:spMkLst>
        </pc:spChg>
        <pc:spChg chg="mod">
          <ac:chgData name="Yasmine AISSA" userId="c49615ed-9cc6-4a52-85fc-c583af0ddf2f" providerId="ADAL" clId="{C1E26B80-9E14-4479-9694-990F20F05C7F}" dt="2025-10-10T12:34:34.238" v="1083" actId="1076"/>
          <ac:spMkLst>
            <pc:docMk/>
            <pc:sldMk cId="1445730063" sldId="2147482518"/>
            <ac:spMk id="38" creationId="{ECFB2F85-F6B5-3541-8622-50DE6E8B0065}"/>
          </ac:spMkLst>
        </pc:spChg>
        <pc:spChg chg="mod">
          <ac:chgData name="Yasmine AISSA" userId="c49615ed-9cc6-4a52-85fc-c583af0ddf2f" providerId="ADAL" clId="{C1E26B80-9E14-4479-9694-990F20F05C7F}" dt="2025-10-10T12:34:34.238" v="1083" actId="1076"/>
          <ac:spMkLst>
            <pc:docMk/>
            <pc:sldMk cId="1445730063" sldId="2147482518"/>
            <ac:spMk id="48" creationId="{E8B365DD-07F0-78AA-3A59-A9DE0909394B}"/>
          </ac:spMkLst>
        </pc:spChg>
        <pc:spChg chg="mod">
          <ac:chgData name="Yasmine AISSA" userId="c49615ed-9cc6-4a52-85fc-c583af0ddf2f" providerId="ADAL" clId="{C1E26B80-9E14-4479-9694-990F20F05C7F}" dt="2025-10-10T12:34:45.395" v="1088" actId="20577"/>
          <ac:spMkLst>
            <pc:docMk/>
            <pc:sldMk cId="1445730063" sldId="2147482518"/>
            <ac:spMk id="53" creationId="{E89DEFED-9F28-18CE-DD79-76C09B485721}"/>
          </ac:spMkLst>
        </pc:spChg>
      </pc:sldChg>
      <pc:sldChg chg="del">
        <pc:chgData name="Yasmine AISSA" userId="c49615ed-9cc6-4a52-85fc-c583af0ddf2f" providerId="ADAL" clId="{C1E26B80-9E14-4479-9694-990F20F05C7F}" dt="2025-10-02T12:59:15.802" v="937" actId="47"/>
        <pc:sldMkLst>
          <pc:docMk/>
          <pc:sldMk cId="4049638838" sldId="2147482525"/>
        </pc:sldMkLst>
      </pc:sldChg>
      <pc:sldChg chg="del">
        <pc:chgData name="Yasmine AISSA" userId="c49615ed-9cc6-4a52-85fc-c583af0ddf2f" providerId="ADAL" clId="{C1E26B80-9E14-4479-9694-990F20F05C7F}" dt="2025-10-02T12:59:14.395" v="934" actId="47"/>
        <pc:sldMkLst>
          <pc:docMk/>
          <pc:sldMk cId="3387351838" sldId="2147482530"/>
        </pc:sldMkLst>
      </pc:sldChg>
      <pc:sldChg chg="modSp add del mod">
        <pc:chgData name="Yasmine AISSA" userId="c49615ed-9cc6-4a52-85fc-c583af0ddf2f" providerId="ADAL" clId="{C1E26B80-9E14-4479-9694-990F20F05C7F}" dt="2025-10-10T12:35:18.648" v="1101" actId="47"/>
        <pc:sldMkLst>
          <pc:docMk/>
          <pc:sldMk cId="1683726170" sldId="2147482532"/>
        </pc:sldMkLst>
      </pc:sldChg>
      <pc:sldChg chg="addSp delSp modSp add mod">
        <pc:chgData name="Yasmine AISSA" userId="c49615ed-9cc6-4a52-85fc-c583af0ddf2f" providerId="ADAL" clId="{C1E26B80-9E14-4479-9694-990F20F05C7F}" dt="2025-11-04T14:41:01.089" v="1800" actId="20577"/>
        <pc:sldMkLst>
          <pc:docMk/>
          <pc:sldMk cId="277286655" sldId="2147482533"/>
        </pc:sldMkLst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3" creationId="{2FD611A0-15EF-B4EF-4E1D-9A9A44C26706}"/>
          </ac:spMkLst>
        </pc:spChg>
        <pc:spChg chg="mod">
          <ac:chgData name="Yasmine AISSA" userId="c49615ed-9cc6-4a52-85fc-c583af0ddf2f" providerId="ADAL" clId="{C1E26B80-9E14-4479-9694-990F20F05C7F}" dt="2025-11-04T14:33:39.926" v="1694" actId="20577"/>
          <ac:spMkLst>
            <pc:docMk/>
            <pc:sldMk cId="277286655" sldId="2147482533"/>
            <ac:spMk id="4" creationId="{605C4F24-C0D3-D8A4-4A07-09025D3625B0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6" creationId="{0487D19F-1836-F7C5-AA3C-70B83B12E70C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7" creationId="{F78BFECA-35A7-3952-D0D3-4C4790A3BA0D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9" creationId="{8891686C-ABAD-70A6-7C59-37E44BF72CC3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11" creationId="{50EE8C1B-8817-6191-CEAA-7BD203323ED3}"/>
          </ac:spMkLst>
        </pc:spChg>
        <pc:spChg chg="mod">
          <ac:chgData name="Yasmine AISSA" userId="c49615ed-9cc6-4a52-85fc-c583af0ddf2f" providerId="ADAL" clId="{C1E26B80-9E14-4479-9694-990F20F05C7F}" dt="2025-10-10T12:33:21.756" v="1067" actId="20577"/>
          <ac:spMkLst>
            <pc:docMk/>
            <pc:sldMk cId="277286655" sldId="2147482533"/>
            <ac:spMk id="12" creationId="{15EB093F-3859-DD65-1AEA-C6212D612C79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13" creationId="{8DFB0924-12AC-F997-0B77-A4FAD0987D96}"/>
          </ac:spMkLst>
        </pc:spChg>
        <pc:spChg chg="mod">
          <ac:chgData name="Yasmine AISSA" userId="c49615ed-9cc6-4a52-85fc-c583af0ddf2f" providerId="ADAL" clId="{C1E26B80-9E14-4479-9694-990F20F05C7F}" dt="2025-10-10T12:33:17.624" v="1065" actId="20577"/>
          <ac:spMkLst>
            <pc:docMk/>
            <pc:sldMk cId="277286655" sldId="2147482533"/>
            <ac:spMk id="14" creationId="{434DF538-E9F0-0B44-F589-4C4181D1DC85}"/>
          </ac:spMkLst>
        </pc:spChg>
        <pc:spChg chg="mod">
          <ac:chgData name="Yasmine AISSA" userId="c49615ed-9cc6-4a52-85fc-c583af0ddf2f" providerId="ADAL" clId="{C1E26B80-9E14-4479-9694-990F20F05C7F}" dt="2025-10-10T12:33:23.899" v="1068" actId="20577"/>
          <ac:spMkLst>
            <pc:docMk/>
            <pc:sldMk cId="277286655" sldId="2147482533"/>
            <ac:spMk id="18" creationId="{0864B921-D628-B035-C269-AF31B6F214E2}"/>
          </ac:spMkLst>
        </pc:spChg>
        <pc:spChg chg="mod">
          <ac:chgData name="Yasmine AISSA" userId="c49615ed-9cc6-4a52-85fc-c583af0ddf2f" providerId="ADAL" clId="{C1E26B80-9E14-4479-9694-990F20F05C7F}" dt="2025-10-10T12:33:26.215" v="1069" actId="20577"/>
          <ac:spMkLst>
            <pc:docMk/>
            <pc:sldMk cId="277286655" sldId="2147482533"/>
            <ac:spMk id="20" creationId="{9B7B3ABC-6992-3752-38B4-91E939E95DE2}"/>
          </ac:spMkLst>
        </pc:spChg>
        <pc:spChg chg="mod">
          <ac:chgData name="Yasmine AISSA" userId="c49615ed-9cc6-4a52-85fc-c583af0ddf2f" providerId="ADAL" clId="{C1E26B80-9E14-4479-9694-990F20F05C7F}" dt="2025-10-10T12:33:28.189" v="1070" actId="20577"/>
          <ac:spMkLst>
            <pc:docMk/>
            <pc:sldMk cId="277286655" sldId="2147482533"/>
            <ac:spMk id="21" creationId="{05145C4F-87FD-E168-A336-D1720BED76AB}"/>
          </ac:spMkLst>
        </pc:spChg>
        <pc:spChg chg="mod">
          <ac:chgData name="Yasmine AISSA" userId="c49615ed-9cc6-4a52-85fc-c583af0ddf2f" providerId="ADAL" clId="{C1E26B80-9E14-4479-9694-990F20F05C7F}" dt="2025-11-04T14:41:01.089" v="1800" actId="20577"/>
          <ac:spMkLst>
            <pc:docMk/>
            <pc:sldMk cId="277286655" sldId="2147482533"/>
            <ac:spMk id="22" creationId="{3F0C018C-4817-0181-3947-A844488E1C3B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23" creationId="{BF7B5E32-AC53-FF22-17C2-62CD54BC61BA}"/>
          </ac:spMkLst>
        </pc:spChg>
        <pc:spChg chg="mod">
          <ac:chgData name="Yasmine AISSA" userId="c49615ed-9cc6-4a52-85fc-c583af0ddf2f" providerId="ADAL" clId="{C1E26B80-9E14-4479-9694-990F20F05C7F}" dt="2025-10-10T12:33:30.271" v="1071" actId="20577"/>
          <ac:spMkLst>
            <pc:docMk/>
            <pc:sldMk cId="277286655" sldId="2147482533"/>
            <ac:spMk id="24" creationId="{B3D83494-E176-ED6E-7A8D-E990E1DE6604}"/>
          </ac:spMkLst>
        </pc:spChg>
        <pc:spChg chg="add mod">
          <ac:chgData name="Yasmine AISSA" userId="c49615ed-9cc6-4a52-85fc-c583af0ddf2f" providerId="ADAL" clId="{C1E26B80-9E14-4479-9694-990F20F05C7F}" dt="2025-10-17T07:42:51.203" v="1169" actId="14100"/>
          <ac:spMkLst>
            <pc:docMk/>
            <pc:sldMk cId="277286655" sldId="2147482533"/>
            <ac:spMk id="25" creationId="{CAA6D7A8-92F7-0AFD-DF8E-D060716EE594}"/>
          </ac:spMkLst>
        </pc:spChg>
        <pc:spChg chg="mod">
          <ac:chgData name="Yasmine AISSA" userId="c49615ed-9cc6-4a52-85fc-c583af0ddf2f" providerId="ADAL" clId="{C1E26B80-9E14-4479-9694-990F20F05C7F}" dt="2025-10-17T07:42:58.996" v="1171" actId="14100"/>
          <ac:spMkLst>
            <pc:docMk/>
            <pc:sldMk cId="277286655" sldId="2147482533"/>
            <ac:spMk id="26" creationId="{EC5DF12C-6ADE-ED2F-A129-E1124BB014E2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27" creationId="{36B8C32A-10F3-AABC-47C3-F57F9790D536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28" creationId="{28F645B7-87F0-063E-C7B7-0E7204423537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29" creationId="{58548204-8463-017A-5B00-A150C1ACE85B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30" creationId="{972E7E6F-B8DA-80BB-0979-A84CE5A38F1B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31" creationId="{DD34F4E2-18A7-A3E6-AC08-68098503A2BB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32" creationId="{0331207E-2426-D839-E53D-7F7202CEC9FF}"/>
          </ac:spMkLst>
        </pc:spChg>
        <pc:spChg chg="add mod">
          <ac:chgData name="Yasmine AISSA" userId="c49615ed-9cc6-4a52-85fc-c583af0ddf2f" providerId="ADAL" clId="{C1E26B80-9E14-4479-9694-990F20F05C7F}" dt="2025-10-17T07:42:53.732" v="1170" actId="14100"/>
          <ac:spMkLst>
            <pc:docMk/>
            <pc:sldMk cId="277286655" sldId="2147482533"/>
            <ac:spMk id="33" creationId="{50C04745-4579-1D45-4641-64DEAF39FF0D}"/>
          </ac:spMkLst>
        </pc:spChg>
        <pc:spChg chg="add mod">
          <ac:chgData name="Yasmine AISSA" userId="c49615ed-9cc6-4a52-85fc-c583af0ddf2f" providerId="ADAL" clId="{C1E26B80-9E14-4479-9694-990F20F05C7F}" dt="2025-10-17T07:43:12.889" v="1174" actId="14100"/>
          <ac:spMkLst>
            <pc:docMk/>
            <pc:sldMk cId="277286655" sldId="2147482533"/>
            <ac:spMk id="34" creationId="{44FBCC95-45D7-55B5-0FF0-33FE36C06E29}"/>
          </ac:spMkLst>
        </pc:spChg>
        <pc:spChg chg="add mod">
          <ac:chgData name="Yasmine AISSA" userId="c49615ed-9cc6-4a52-85fc-c583af0ddf2f" providerId="ADAL" clId="{C1E26B80-9E14-4479-9694-990F20F05C7F}" dt="2025-10-17T13:03:14.428" v="1242" actId="1036"/>
          <ac:spMkLst>
            <pc:docMk/>
            <pc:sldMk cId="277286655" sldId="2147482533"/>
            <ac:spMk id="37" creationId="{A689E069-C1D1-30F8-8A68-11B873A785A4}"/>
          </ac:spMkLst>
        </pc:spChg>
        <pc:spChg chg="mod">
          <ac:chgData name="Yasmine AISSA" userId="c49615ed-9cc6-4a52-85fc-c583af0ddf2f" providerId="ADAL" clId="{C1E26B80-9E14-4479-9694-990F20F05C7F}" dt="2025-10-10T12:33:20.119" v="1066" actId="20577"/>
          <ac:spMkLst>
            <pc:docMk/>
            <pc:sldMk cId="277286655" sldId="2147482533"/>
            <ac:spMk id="52" creationId="{13F455FD-E88D-7405-991E-37B0C6E19242}"/>
          </ac:spMkLst>
        </pc:spChg>
        <pc:spChg chg="mod">
          <ac:chgData name="Yasmine AISSA" userId="c49615ed-9cc6-4a52-85fc-c583af0ddf2f" providerId="ADAL" clId="{C1E26B80-9E14-4479-9694-990F20F05C7F}" dt="2025-10-10T12:36:04.572" v="1146" actId="20577"/>
          <ac:spMkLst>
            <pc:docMk/>
            <pc:sldMk cId="277286655" sldId="2147482533"/>
            <ac:spMk id="56" creationId="{382BC159-8C69-90AA-C743-30D6C1510E82}"/>
          </ac:spMkLst>
        </pc:spChg>
      </pc:sldChg>
      <pc:sldChg chg="modSp add mod">
        <pc:chgData name="Yasmine AISSA" userId="c49615ed-9cc6-4a52-85fc-c583af0ddf2f" providerId="ADAL" clId="{C1E26B80-9E14-4479-9694-990F20F05C7F}" dt="2025-11-04T14:41:07.757" v="1802" actId="20577"/>
        <pc:sldMkLst>
          <pc:docMk/>
          <pc:sldMk cId="2775542638" sldId="2147482534"/>
        </pc:sldMkLst>
        <pc:spChg chg="mod">
          <ac:chgData name="Yasmine AISSA" userId="c49615ed-9cc6-4a52-85fc-c583af0ddf2f" providerId="ADAL" clId="{C1E26B80-9E14-4479-9694-990F20F05C7F}" dt="2025-11-04T14:33:53.051" v="1712" actId="20577"/>
          <ac:spMkLst>
            <pc:docMk/>
            <pc:sldMk cId="2775542638" sldId="2147482534"/>
            <ac:spMk id="4" creationId="{87C15B7A-A756-EA84-FDBD-69B5FC3C705D}"/>
          </ac:spMkLst>
        </pc:spChg>
        <pc:spChg chg="mod">
          <ac:chgData name="Yasmine AISSA" userId="c49615ed-9cc6-4a52-85fc-c583af0ddf2f" providerId="ADAL" clId="{C1E26B80-9E14-4479-9694-990F20F05C7F}" dt="2025-11-04T14:41:07.757" v="1802" actId="20577"/>
          <ac:spMkLst>
            <pc:docMk/>
            <pc:sldMk cId="2775542638" sldId="2147482534"/>
            <ac:spMk id="22" creationId="{91C938DA-03F5-3ADB-812A-D80FA91C069B}"/>
          </ac:spMkLst>
        </pc:spChg>
      </pc:sldChg>
      <pc:sldChg chg="del">
        <pc:chgData name="Yasmine AISSA" userId="c49615ed-9cc6-4a52-85fc-c583af0ddf2f" providerId="ADAL" clId="{C1E26B80-9E14-4479-9694-990F20F05C7F}" dt="2025-09-17T10:35:34.525" v="101" actId="47"/>
        <pc:sldMkLst>
          <pc:docMk/>
          <pc:sldMk cId="2913223353" sldId="2147482534"/>
        </pc:sldMkLst>
      </pc:sldChg>
      <pc:sldChg chg="modSp add del mod">
        <pc:chgData name="Yasmine AISSA" userId="c49615ed-9cc6-4a52-85fc-c583af0ddf2f" providerId="ADAL" clId="{C1E26B80-9E14-4479-9694-990F20F05C7F}" dt="2025-11-05T12:24:10.505" v="1816" actId="47"/>
        <pc:sldMkLst>
          <pc:docMk/>
          <pc:sldMk cId="3928151762" sldId="2147482535"/>
        </pc:sldMkLst>
        <pc:spChg chg="mod">
          <ac:chgData name="Yasmine AISSA" userId="c49615ed-9cc6-4a52-85fc-c583af0ddf2f" providerId="ADAL" clId="{C1E26B80-9E14-4479-9694-990F20F05C7F}" dt="2025-11-04T14:41:10.945" v="1803" actId="20577"/>
          <ac:spMkLst>
            <pc:docMk/>
            <pc:sldMk cId="3928151762" sldId="2147482535"/>
            <ac:spMk id="2" creationId="{A62987D4-DE86-DB8A-42E2-4DA007EBEBA2}"/>
          </ac:spMkLst>
        </pc:spChg>
        <pc:spChg chg="mod">
          <ac:chgData name="Yasmine AISSA" userId="c49615ed-9cc6-4a52-85fc-c583af0ddf2f" providerId="ADAL" clId="{C1E26B80-9E14-4479-9694-990F20F05C7F}" dt="2025-11-04T14:33:58.426" v="1719" actId="20577"/>
          <ac:spMkLst>
            <pc:docMk/>
            <pc:sldMk cId="3928151762" sldId="2147482535"/>
            <ac:spMk id="4" creationId="{0CD511E5-95F9-CE83-94CE-A1010F728D38}"/>
          </ac:spMkLst>
        </pc:spChg>
        <pc:spChg chg="mod">
          <ac:chgData name="Yasmine AISSA" userId="c49615ed-9cc6-4a52-85fc-c583af0ddf2f" providerId="ADAL" clId="{C1E26B80-9E14-4479-9694-990F20F05C7F}" dt="2025-11-05T11:50:32.765" v="1810" actId="20577"/>
          <ac:spMkLst>
            <pc:docMk/>
            <pc:sldMk cId="3928151762" sldId="2147482535"/>
            <ac:spMk id="5" creationId="{9CA13325-0D36-F422-ED53-5B17ACBBFAD0}"/>
          </ac:spMkLst>
        </pc:spChg>
      </pc:sldChg>
      <pc:sldChg chg="modSp add mod">
        <pc:chgData name="Yasmine AISSA" userId="c49615ed-9cc6-4a52-85fc-c583af0ddf2f" providerId="ADAL" clId="{C1E26B80-9E14-4479-9694-990F20F05C7F}" dt="2025-11-04T14:41:14.566" v="1804" actId="20577"/>
        <pc:sldMkLst>
          <pc:docMk/>
          <pc:sldMk cId="4266084981" sldId="2147482536"/>
        </pc:sldMkLst>
        <pc:spChg chg="mod">
          <ac:chgData name="Yasmine AISSA" userId="c49615ed-9cc6-4a52-85fc-c583af0ddf2f" providerId="ADAL" clId="{C1E26B80-9E14-4479-9694-990F20F05C7F}" dt="2025-11-04T14:34:04.254" v="1729" actId="20577"/>
          <ac:spMkLst>
            <pc:docMk/>
            <pc:sldMk cId="4266084981" sldId="2147482536"/>
            <ac:spMk id="4" creationId="{B4C15374-82F5-2DD8-FDCC-947A378FF87E}"/>
          </ac:spMkLst>
        </pc:spChg>
        <pc:spChg chg="mod">
          <ac:chgData name="Yasmine AISSA" userId="c49615ed-9cc6-4a52-85fc-c583af0ddf2f" providerId="ADAL" clId="{C1E26B80-9E14-4479-9694-990F20F05C7F}" dt="2025-11-04T14:41:14.566" v="1804" actId="20577"/>
          <ac:spMkLst>
            <pc:docMk/>
            <pc:sldMk cId="4266084981" sldId="2147482536"/>
            <ac:spMk id="22" creationId="{F972D801-6A2E-1501-B465-BC8B69F4290A}"/>
          </ac:spMkLst>
        </pc:spChg>
      </pc:sldChg>
      <pc:sldChg chg="modSp add del mod">
        <pc:chgData name="Yasmine AISSA" userId="c49615ed-9cc6-4a52-85fc-c583af0ddf2f" providerId="ADAL" clId="{C1E26B80-9E14-4479-9694-990F20F05C7F}" dt="2025-11-05T12:24:34.864" v="1821" actId="47"/>
        <pc:sldMkLst>
          <pc:docMk/>
          <pc:sldMk cId="3085822655" sldId="2147482537"/>
        </pc:sldMkLst>
        <pc:spChg chg="mod">
          <ac:chgData name="Yasmine AISSA" userId="c49615ed-9cc6-4a52-85fc-c583af0ddf2f" providerId="ADAL" clId="{C1E26B80-9E14-4479-9694-990F20F05C7F}" dt="2025-11-04T14:41:18.297" v="1805" actId="20577"/>
          <ac:spMkLst>
            <pc:docMk/>
            <pc:sldMk cId="3085822655" sldId="2147482537"/>
            <ac:spMk id="2" creationId="{1BE9AB41-AA15-BD13-AD53-B4946837A216}"/>
          </ac:spMkLst>
        </pc:spChg>
        <pc:spChg chg="mod">
          <ac:chgData name="Yasmine AISSA" userId="c49615ed-9cc6-4a52-85fc-c583af0ddf2f" providerId="ADAL" clId="{C1E26B80-9E14-4479-9694-990F20F05C7F}" dt="2025-11-04T14:34:11.212" v="1739" actId="20577"/>
          <ac:spMkLst>
            <pc:docMk/>
            <pc:sldMk cId="3085822655" sldId="2147482537"/>
            <ac:spMk id="4" creationId="{CFEB52AD-5CB4-71C2-9E75-6E11E5D01AB5}"/>
          </ac:spMkLst>
        </pc:spChg>
        <pc:spChg chg="mod">
          <ac:chgData name="Yasmine AISSA" userId="c49615ed-9cc6-4a52-85fc-c583af0ddf2f" providerId="ADAL" clId="{C1E26B80-9E14-4479-9694-990F20F05C7F}" dt="2025-11-05T11:50:41.059" v="1811" actId="20577"/>
          <ac:spMkLst>
            <pc:docMk/>
            <pc:sldMk cId="3085822655" sldId="2147482537"/>
            <ac:spMk id="5" creationId="{80617DDD-0A25-5A3B-6944-E502C53F16F1}"/>
          </ac:spMkLst>
        </pc:spChg>
      </pc:sldChg>
      <pc:sldChg chg="modSp add mod">
        <pc:chgData name="Yasmine AISSA" userId="c49615ed-9cc6-4a52-85fc-c583af0ddf2f" providerId="ADAL" clId="{C1E26B80-9E14-4479-9694-990F20F05C7F}" dt="2025-11-04T14:41:21.784" v="1806" actId="20577"/>
        <pc:sldMkLst>
          <pc:docMk/>
          <pc:sldMk cId="829187157" sldId="2147482538"/>
        </pc:sldMkLst>
        <pc:spChg chg="mod">
          <ac:chgData name="Yasmine AISSA" userId="c49615ed-9cc6-4a52-85fc-c583af0ddf2f" providerId="ADAL" clId="{C1E26B80-9E14-4479-9694-990F20F05C7F}" dt="2025-11-04T14:34:19.467" v="1752" actId="20577"/>
          <ac:spMkLst>
            <pc:docMk/>
            <pc:sldMk cId="829187157" sldId="2147482538"/>
            <ac:spMk id="4" creationId="{DC4BF21F-C898-35CC-DE07-4BA9F8A711F8}"/>
          </ac:spMkLst>
        </pc:spChg>
        <pc:spChg chg="mod">
          <ac:chgData name="Yasmine AISSA" userId="c49615ed-9cc6-4a52-85fc-c583af0ddf2f" providerId="ADAL" clId="{C1E26B80-9E14-4479-9694-990F20F05C7F}" dt="2025-11-04T14:41:21.784" v="1806" actId="20577"/>
          <ac:spMkLst>
            <pc:docMk/>
            <pc:sldMk cId="829187157" sldId="2147482538"/>
            <ac:spMk id="22" creationId="{1C6F3E8E-84F8-B289-7F02-ED9582E8D020}"/>
          </ac:spMkLst>
        </pc:spChg>
      </pc:sldChg>
      <pc:sldChg chg="del">
        <pc:chgData name="Yasmine AISSA" userId="c49615ed-9cc6-4a52-85fc-c583af0ddf2f" providerId="ADAL" clId="{C1E26B80-9E14-4479-9694-990F20F05C7F}" dt="2025-09-17T13:16:10.388" v="285" actId="47"/>
        <pc:sldMkLst>
          <pc:docMk/>
          <pc:sldMk cId="1249032153" sldId="2147482539"/>
        </pc:sldMkLst>
      </pc:sldChg>
      <pc:sldChg chg="modSp add del mod">
        <pc:chgData name="Yasmine AISSA" userId="c49615ed-9cc6-4a52-85fc-c583af0ddf2f" providerId="ADAL" clId="{C1E26B80-9E14-4479-9694-990F20F05C7F}" dt="2025-11-05T12:24:40.131" v="1823" actId="47"/>
        <pc:sldMkLst>
          <pc:docMk/>
          <pc:sldMk cId="2758996903" sldId="2147482539"/>
        </pc:sldMkLst>
        <pc:spChg chg="mod">
          <ac:chgData name="Yasmine AISSA" userId="c49615ed-9cc6-4a52-85fc-c583af0ddf2f" providerId="ADAL" clId="{C1E26B80-9E14-4479-9694-990F20F05C7F}" dt="2025-11-04T14:41:24.583" v="1807" actId="20577"/>
          <ac:spMkLst>
            <pc:docMk/>
            <pc:sldMk cId="2758996903" sldId="2147482539"/>
            <ac:spMk id="2" creationId="{1C5215D2-3286-C70D-1BBC-DD5A585FA5A9}"/>
          </ac:spMkLst>
        </pc:spChg>
        <pc:spChg chg="mod">
          <ac:chgData name="Yasmine AISSA" userId="c49615ed-9cc6-4a52-85fc-c583af0ddf2f" providerId="ADAL" clId="{C1E26B80-9E14-4479-9694-990F20F05C7F}" dt="2025-11-04T14:34:24.977" v="1763" actId="20577"/>
          <ac:spMkLst>
            <pc:docMk/>
            <pc:sldMk cId="2758996903" sldId="2147482539"/>
            <ac:spMk id="4" creationId="{B0CB3F5B-5D57-A5C1-4986-5D922503F8C5}"/>
          </ac:spMkLst>
        </pc:spChg>
        <pc:spChg chg="mod">
          <ac:chgData name="Yasmine AISSA" userId="c49615ed-9cc6-4a52-85fc-c583af0ddf2f" providerId="ADAL" clId="{C1E26B80-9E14-4479-9694-990F20F05C7F}" dt="2025-11-05T11:50:50.886" v="1812" actId="20577"/>
          <ac:spMkLst>
            <pc:docMk/>
            <pc:sldMk cId="2758996903" sldId="2147482539"/>
            <ac:spMk id="5" creationId="{434A6800-3AC4-516D-D11F-3E5DBAC795CF}"/>
          </ac:spMkLst>
        </pc:spChg>
      </pc:sldChg>
      <pc:sldChg chg="modSp add mod">
        <pc:chgData name="Yasmine AISSA" userId="c49615ed-9cc6-4a52-85fc-c583af0ddf2f" providerId="ADAL" clId="{C1E26B80-9E14-4479-9694-990F20F05C7F}" dt="2025-11-04T14:41:28.221" v="1808" actId="20577"/>
        <pc:sldMkLst>
          <pc:docMk/>
          <pc:sldMk cId="4224546163" sldId="2147482540"/>
        </pc:sldMkLst>
        <pc:spChg chg="mod">
          <ac:chgData name="Yasmine AISSA" userId="c49615ed-9cc6-4a52-85fc-c583af0ddf2f" providerId="ADAL" clId="{C1E26B80-9E14-4479-9694-990F20F05C7F}" dt="2025-11-04T14:34:31.612" v="1771" actId="20577"/>
          <ac:spMkLst>
            <pc:docMk/>
            <pc:sldMk cId="4224546163" sldId="2147482540"/>
            <ac:spMk id="4" creationId="{409104C2-75F7-63E8-9CE8-29A64C554ACB}"/>
          </ac:spMkLst>
        </pc:spChg>
        <pc:spChg chg="mod">
          <ac:chgData name="Yasmine AISSA" userId="c49615ed-9cc6-4a52-85fc-c583af0ddf2f" providerId="ADAL" clId="{C1E26B80-9E14-4479-9694-990F20F05C7F}" dt="2025-11-04T14:41:28.221" v="1808" actId="20577"/>
          <ac:spMkLst>
            <pc:docMk/>
            <pc:sldMk cId="4224546163" sldId="2147482540"/>
            <ac:spMk id="22" creationId="{9E3108B5-4ECD-3068-7561-BFAA6A42CCB8}"/>
          </ac:spMkLst>
        </pc:spChg>
      </pc:sldChg>
      <pc:sldChg chg="modSp add del mod">
        <pc:chgData name="Yasmine AISSA" userId="c49615ed-9cc6-4a52-85fc-c583af0ddf2f" providerId="ADAL" clId="{C1E26B80-9E14-4479-9694-990F20F05C7F}" dt="2025-11-05T12:24:50.723" v="1825" actId="47"/>
        <pc:sldMkLst>
          <pc:docMk/>
          <pc:sldMk cId="2006679264" sldId="2147482541"/>
        </pc:sldMkLst>
        <pc:spChg chg="mod">
          <ac:chgData name="Yasmine AISSA" userId="c49615ed-9cc6-4a52-85fc-c583af0ddf2f" providerId="ADAL" clId="{C1E26B80-9E14-4479-9694-990F20F05C7F}" dt="2025-11-04T14:41:31.801" v="1809" actId="20577"/>
          <ac:spMkLst>
            <pc:docMk/>
            <pc:sldMk cId="2006679264" sldId="2147482541"/>
            <ac:spMk id="2" creationId="{AAC56B3D-76C6-98B1-69E1-B58C0F922881}"/>
          </ac:spMkLst>
        </pc:spChg>
        <pc:spChg chg="mod">
          <ac:chgData name="Yasmine AISSA" userId="c49615ed-9cc6-4a52-85fc-c583af0ddf2f" providerId="ADAL" clId="{C1E26B80-9E14-4479-9694-990F20F05C7F}" dt="2025-11-04T09:03:29.347" v="1423" actId="14100"/>
          <ac:spMkLst>
            <pc:docMk/>
            <pc:sldMk cId="2006679264" sldId="2147482541"/>
            <ac:spMk id="3" creationId="{42989D8A-A01D-0C75-FD31-8211C46A69F3}"/>
          </ac:spMkLst>
        </pc:spChg>
        <pc:spChg chg="mod">
          <ac:chgData name="Yasmine AISSA" userId="c49615ed-9cc6-4a52-85fc-c583af0ddf2f" providerId="ADAL" clId="{C1E26B80-9E14-4479-9694-990F20F05C7F}" dt="2025-11-04T14:34:38.231" v="1779" actId="20577"/>
          <ac:spMkLst>
            <pc:docMk/>
            <pc:sldMk cId="2006679264" sldId="2147482541"/>
            <ac:spMk id="4" creationId="{F898319D-0049-CCDD-B4E4-FE1E3F939463}"/>
          </ac:spMkLst>
        </pc:spChg>
        <pc:spChg chg="mod">
          <ac:chgData name="Yasmine AISSA" userId="c49615ed-9cc6-4a52-85fc-c583af0ddf2f" providerId="ADAL" clId="{C1E26B80-9E14-4479-9694-990F20F05C7F}" dt="2025-11-05T11:51:12.142" v="1814" actId="20577"/>
          <ac:spMkLst>
            <pc:docMk/>
            <pc:sldMk cId="2006679264" sldId="2147482541"/>
            <ac:spMk id="5" creationId="{B992D1F3-A6AD-D478-40BA-75F077359504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4:40.925" v="1780" actId="47"/>
        <pc:sldMkLst>
          <pc:docMk/>
          <pc:sldMk cId="1180136620" sldId="2147482542"/>
        </pc:sldMkLst>
        <pc:spChg chg="mod">
          <ac:chgData name="Yasmine AISSA" userId="c49615ed-9cc6-4a52-85fc-c583af0ddf2f" providerId="ADAL" clId="{C1E26B80-9E14-4479-9694-990F20F05C7F}" dt="2025-11-04T09:11:15.360" v="1443" actId="20577"/>
          <ac:spMkLst>
            <pc:docMk/>
            <pc:sldMk cId="1180136620" sldId="2147482542"/>
            <ac:spMk id="4" creationId="{556F2DE7-F555-0F08-6366-8C097F6D7B85}"/>
          </ac:spMkLst>
        </pc:spChg>
      </pc:sldChg>
      <pc:sldChg chg="modSp add mod">
        <pc:chgData name="Yasmine AISSA" userId="c49615ed-9cc6-4a52-85fc-c583af0ddf2f" providerId="ADAL" clId="{C1E26B80-9E14-4479-9694-990F20F05C7F}" dt="2025-11-05T12:24:18.970" v="1819" actId="20577"/>
        <pc:sldMkLst>
          <pc:docMk/>
          <pc:sldMk cId="2737136367" sldId="2147482542"/>
        </pc:sldMkLst>
        <pc:spChg chg="mod">
          <ac:chgData name="Yasmine AISSA" userId="c49615ed-9cc6-4a52-85fc-c583af0ddf2f" providerId="ADAL" clId="{C1E26B80-9E14-4479-9694-990F20F05C7F}" dt="2025-11-05T12:24:18.970" v="1819" actId="20577"/>
          <ac:spMkLst>
            <pc:docMk/>
            <pc:sldMk cId="2737136367" sldId="2147482542"/>
            <ac:spMk id="4" creationId="{C81E87E5-7A2B-CD68-2448-383125919347}"/>
          </ac:spMkLst>
        </pc:spChg>
      </pc:sldChg>
      <pc:sldChg chg="modSp add mod">
        <pc:chgData name="Yasmine AISSA" userId="c49615ed-9cc6-4a52-85fc-c583af0ddf2f" providerId="ADAL" clId="{C1E26B80-9E14-4479-9694-990F20F05C7F}" dt="2025-11-05T12:25:10.863" v="1869" actId="20577"/>
        <pc:sldMkLst>
          <pc:docMk/>
          <pc:sldMk cId="745445236" sldId="2147482543"/>
        </pc:sldMkLst>
        <pc:spChg chg="mod">
          <ac:chgData name="Yasmine AISSA" userId="c49615ed-9cc6-4a52-85fc-c583af0ddf2f" providerId="ADAL" clId="{C1E26B80-9E14-4479-9694-990F20F05C7F}" dt="2025-11-05T12:25:10.863" v="1869" actId="20577"/>
          <ac:spMkLst>
            <pc:docMk/>
            <pc:sldMk cId="745445236" sldId="2147482543"/>
            <ac:spMk id="4" creationId="{F3C7C1D3-88B2-5319-C4FF-43448DA62CC4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4:42.022" v="1781" actId="47"/>
        <pc:sldMkLst>
          <pc:docMk/>
          <pc:sldMk cId="746701182" sldId="2147482543"/>
        </pc:sldMkLst>
        <pc:spChg chg="mod">
          <ac:chgData name="Yasmine AISSA" userId="c49615ed-9cc6-4a52-85fc-c583af0ddf2f" providerId="ADAL" clId="{C1E26B80-9E14-4479-9694-990F20F05C7F}" dt="2025-11-04T09:11:29.449" v="1470" actId="1038"/>
          <ac:spMkLst>
            <pc:docMk/>
            <pc:sldMk cId="746701182" sldId="2147482543"/>
            <ac:spMk id="4" creationId="{F9A88CB7-03CE-2417-EE55-61B514C11674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4:42.203" v="1782" actId="47"/>
        <pc:sldMkLst>
          <pc:docMk/>
          <pc:sldMk cId="2375877694" sldId="2147482544"/>
        </pc:sldMkLst>
        <pc:spChg chg="mod">
          <ac:chgData name="Yasmine AISSA" userId="c49615ed-9cc6-4a52-85fc-c583af0ddf2f" providerId="ADAL" clId="{C1E26B80-9E14-4479-9694-990F20F05C7F}" dt="2025-11-04T09:18:03.399" v="1483" actId="20577"/>
          <ac:spMkLst>
            <pc:docMk/>
            <pc:sldMk cId="2375877694" sldId="2147482544"/>
            <ac:spMk id="4" creationId="{E7164DEF-B065-52ED-C12C-E7631B1600C8}"/>
          </ac:spMkLst>
        </pc:spChg>
      </pc:sldChg>
      <pc:sldChg chg="modSp add mod">
        <pc:chgData name="Yasmine AISSA" userId="c49615ed-9cc6-4a52-85fc-c583af0ddf2f" providerId="ADAL" clId="{C1E26B80-9E14-4479-9694-990F20F05C7F}" dt="2025-11-05T12:25:02.354" v="1849" actId="20577"/>
        <pc:sldMkLst>
          <pc:docMk/>
          <pc:sldMk cId="3789086422" sldId="2147482544"/>
        </pc:sldMkLst>
        <pc:spChg chg="mod">
          <ac:chgData name="Yasmine AISSA" userId="c49615ed-9cc6-4a52-85fc-c583af0ddf2f" providerId="ADAL" clId="{C1E26B80-9E14-4479-9694-990F20F05C7F}" dt="2025-11-05T12:25:02.354" v="1849" actId="20577"/>
          <ac:spMkLst>
            <pc:docMk/>
            <pc:sldMk cId="3789086422" sldId="2147482544"/>
            <ac:spMk id="4" creationId="{E12CEB60-4756-A0FC-DD9F-A328772A4237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4:42.406" v="1783" actId="47"/>
        <pc:sldMkLst>
          <pc:docMk/>
          <pc:sldMk cId="1766541097" sldId="2147482545"/>
        </pc:sldMkLst>
        <pc:spChg chg="mod">
          <ac:chgData name="Yasmine AISSA" userId="c49615ed-9cc6-4a52-85fc-c583af0ddf2f" providerId="ADAL" clId="{C1E26B80-9E14-4479-9694-990F20F05C7F}" dt="2025-11-04T09:18:08.892" v="1496" actId="20577"/>
          <ac:spMkLst>
            <pc:docMk/>
            <pc:sldMk cId="1766541097" sldId="2147482545"/>
            <ac:spMk id="4" creationId="{CFFFBC4A-9A07-EF7E-ED4D-6E183DFBDE81}"/>
          </ac:spMkLst>
        </pc:spChg>
      </pc:sldChg>
      <pc:sldChg chg="modSp add mod">
        <pc:chgData name="Yasmine AISSA" userId="c49615ed-9cc6-4a52-85fc-c583af0ddf2f" providerId="ADAL" clId="{C1E26B80-9E14-4479-9694-990F20F05C7F}" dt="2025-11-05T12:24:56.112" v="1831" actId="20577"/>
        <pc:sldMkLst>
          <pc:docMk/>
          <pc:sldMk cId="3377541316" sldId="2147482545"/>
        </pc:sldMkLst>
        <pc:spChg chg="mod">
          <ac:chgData name="Yasmine AISSA" userId="c49615ed-9cc6-4a52-85fc-c583af0ddf2f" providerId="ADAL" clId="{C1E26B80-9E14-4479-9694-990F20F05C7F}" dt="2025-11-05T12:24:56.112" v="1831" actId="20577"/>
          <ac:spMkLst>
            <pc:docMk/>
            <pc:sldMk cId="3377541316" sldId="2147482545"/>
            <ac:spMk id="4" creationId="{DFAC4C5F-817D-BA3C-5775-CDB1BA926810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4:42.573" v="1784" actId="47"/>
        <pc:sldMkLst>
          <pc:docMk/>
          <pc:sldMk cId="393863682" sldId="2147482546"/>
        </pc:sldMkLst>
        <pc:spChg chg="mod">
          <ac:chgData name="Yasmine AISSA" userId="c49615ed-9cc6-4a52-85fc-c583af0ddf2f" providerId="ADAL" clId="{C1E26B80-9E14-4479-9694-990F20F05C7F}" dt="2025-11-04T09:18:13.407" v="1504" actId="20577"/>
          <ac:spMkLst>
            <pc:docMk/>
            <pc:sldMk cId="393863682" sldId="2147482546"/>
            <ac:spMk id="4" creationId="{1F299B7D-C92D-B13D-4ED5-84DC4F550DA2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4:42.749" v="1785" actId="47"/>
        <pc:sldMkLst>
          <pc:docMk/>
          <pc:sldMk cId="2304085765" sldId="2147482547"/>
        </pc:sldMkLst>
        <pc:spChg chg="mod">
          <ac:chgData name="Yasmine AISSA" userId="c49615ed-9cc6-4a52-85fc-c583af0ddf2f" providerId="ADAL" clId="{C1E26B80-9E14-4479-9694-990F20F05C7F}" dt="2025-11-04T09:18:18.681" v="1512" actId="20577"/>
          <ac:spMkLst>
            <pc:docMk/>
            <pc:sldMk cId="2304085765" sldId="2147482547"/>
            <ac:spMk id="4" creationId="{88EB0B01-CF77-D9CE-D522-1EE8A2B9E59C}"/>
          </ac:spMkLst>
        </pc:spChg>
      </pc:sldChg>
      <pc:sldChg chg="modSp del mod">
        <pc:chgData name="Yasmine AISSA" userId="c49615ed-9cc6-4a52-85fc-c583af0ddf2f" providerId="ADAL" clId="{C1E26B80-9E14-4479-9694-990F20F05C7F}" dt="2025-10-02T12:59:12.889" v="911" actId="47"/>
        <pc:sldMkLst>
          <pc:docMk/>
          <pc:sldMk cId="2889329387" sldId="2147482547"/>
        </pc:sldMkLst>
      </pc:sldChg>
      <pc:sldChg chg="del">
        <pc:chgData name="Yasmine AISSA" userId="c49615ed-9cc6-4a52-85fc-c583af0ddf2f" providerId="ADAL" clId="{C1E26B80-9E14-4479-9694-990F20F05C7F}" dt="2025-10-02T12:59:12.873" v="910" actId="47"/>
        <pc:sldMkLst>
          <pc:docMk/>
          <pc:sldMk cId="3241639735" sldId="2147482548"/>
        </pc:sldMkLst>
      </pc:sldChg>
      <pc:sldChg chg="modSp add del mod">
        <pc:chgData name="Yasmine AISSA" userId="c49615ed-9cc6-4a52-85fc-c583af0ddf2f" providerId="ADAL" clId="{C1E26B80-9E14-4479-9694-990F20F05C7F}" dt="2025-11-04T14:34:42.927" v="1786" actId="47"/>
        <pc:sldMkLst>
          <pc:docMk/>
          <pc:sldMk cId="3620505802" sldId="2147482548"/>
        </pc:sldMkLst>
        <pc:spChg chg="mod">
          <ac:chgData name="Yasmine AISSA" userId="c49615ed-9cc6-4a52-85fc-c583af0ddf2f" providerId="ADAL" clId="{C1E26B80-9E14-4479-9694-990F20F05C7F}" dt="2025-11-04T09:18:23.857" v="1521" actId="20577"/>
          <ac:spMkLst>
            <pc:docMk/>
            <pc:sldMk cId="3620505802" sldId="2147482548"/>
            <ac:spMk id="4" creationId="{B0B8FF4C-E367-6702-2B64-A54E13C15CA4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4:43.094" v="1787" actId="47"/>
        <pc:sldMkLst>
          <pc:docMk/>
          <pc:sldMk cId="3053319867" sldId="2147482549"/>
        </pc:sldMkLst>
        <pc:spChg chg="mod">
          <ac:chgData name="Yasmine AISSA" userId="c49615ed-9cc6-4a52-85fc-c583af0ddf2f" providerId="ADAL" clId="{C1E26B80-9E14-4479-9694-990F20F05C7F}" dt="2025-11-04T09:18:28.667" v="1530" actId="20577"/>
          <ac:spMkLst>
            <pc:docMk/>
            <pc:sldMk cId="3053319867" sldId="2147482549"/>
            <ac:spMk id="4" creationId="{77BAFDCD-2C41-489C-BED8-DC62EF5A93B7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4:43.271" v="1788" actId="47"/>
        <pc:sldMkLst>
          <pc:docMk/>
          <pc:sldMk cId="811405165" sldId="2147482550"/>
        </pc:sldMkLst>
        <pc:spChg chg="mod">
          <ac:chgData name="Yasmine AISSA" userId="c49615ed-9cc6-4a52-85fc-c583af0ddf2f" providerId="ADAL" clId="{C1E26B80-9E14-4479-9694-990F20F05C7F}" dt="2025-11-04T09:36:10.459" v="1565" actId="14100"/>
          <ac:spMkLst>
            <pc:docMk/>
            <pc:sldMk cId="811405165" sldId="2147482550"/>
            <ac:spMk id="4" creationId="{8022C8B2-5416-6FE4-129F-421C3F21F1AA}"/>
          </ac:spMkLst>
        </pc:spChg>
      </pc:sldChg>
      <pc:sldChg chg="modSp del mod">
        <pc:chgData name="Yasmine AISSA" userId="c49615ed-9cc6-4a52-85fc-c583af0ddf2f" providerId="ADAL" clId="{C1E26B80-9E14-4479-9694-990F20F05C7F}" dt="2025-10-02T12:59:12.615" v="908" actId="47"/>
        <pc:sldMkLst>
          <pc:docMk/>
          <pc:sldMk cId="2105083939" sldId="2147482550"/>
        </pc:sldMkLst>
      </pc:sldChg>
      <pc:sldChg chg="del">
        <pc:chgData name="Yasmine AISSA" userId="c49615ed-9cc6-4a52-85fc-c583af0ddf2f" providerId="ADAL" clId="{C1E26B80-9E14-4479-9694-990F20F05C7F}" dt="2025-10-02T12:59:12.594" v="907" actId="47"/>
        <pc:sldMkLst>
          <pc:docMk/>
          <pc:sldMk cId="948637017" sldId="2147482551"/>
        </pc:sldMkLst>
      </pc:sldChg>
      <pc:sldChg chg="modSp add del mod">
        <pc:chgData name="Yasmine AISSA" userId="c49615ed-9cc6-4a52-85fc-c583af0ddf2f" providerId="ADAL" clId="{C1E26B80-9E14-4479-9694-990F20F05C7F}" dt="2025-11-04T14:34:43.432" v="1789" actId="47"/>
        <pc:sldMkLst>
          <pc:docMk/>
          <pc:sldMk cId="3441843144" sldId="2147482551"/>
        </pc:sldMkLst>
        <pc:spChg chg="mod">
          <ac:chgData name="Yasmine AISSA" userId="c49615ed-9cc6-4a52-85fc-c583af0ddf2f" providerId="ADAL" clId="{C1E26B80-9E14-4479-9694-990F20F05C7F}" dt="2025-11-04T09:36:36.781" v="1598" actId="14100"/>
          <ac:spMkLst>
            <pc:docMk/>
            <pc:sldMk cId="3441843144" sldId="2147482551"/>
            <ac:spMk id="3" creationId="{6B25E0EF-1E7B-B66E-5DA6-6555FD05689B}"/>
          </ac:spMkLst>
        </pc:spChg>
        <pc:spChg chg="mod">
          <ac:chgData name="Yasmine AISSA" userId="c49615ed-9cc6-4a52-85fc-c583af0ddf2f" providerId="ADAL" clId="{C1E26B80-9E14-4479-9694-990F20F05C7F}" dt="2025-11-04T09:36:35.037" v="1597" actId="14100"/>
          <ac:spMkLst>
            <pc:docMk/>
            <pc:sldMk cId="3441843144" sldId="2147482551"/>
            <ac:spMk id="4" creationId="{19734963-4543-271B-554E-A43221026098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4:43.607" v="1790" actId="47"/>
        <pc:sldMkLst>
          <pc:docMk/>
          <pc:sldMk cId="3416752323" sldId="2147482552"/>
        </pc:sldMkLst>
        <pc:spChg chg="mod">
          <ac:chgData name="Yasmine AISSA" userId="c49615ed-9cc6-4a52-85fc-c583af0ddf2f" providerId="ADAL" clId="{C1E26B80-9E14-4479-9694-990F20F05C7F}" dt="2025-11-04T09:36:42.832" v="1607" actId="20577"/>
          <ac:spMkLst>
            <pc:docMk/>
            <pc:sldMk cId="3416752323" sldId="2147482552"/>
            <ac:spMk id="4" creationId="{4358FACC-AED1-7150-EB5E-DEEE4747A491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4:43.798" v="1791" actId="47"/>
        <pc:sldMkLst>
          <pc:docMk/>
          <pc:sldMk cId="920555635" sldId="2147482553"/>
        </pc:sldMkLst>
        <pc:spChg chg="mod">
          <ac:chgData name="Yasmine AISSA" userId="c49615ed-9cc6-4a52-85fc-c583af0ddf2f" providerId="ADAL" clId="{C1E26B80-9E14-4479-9694-990F20F05C7F}" dt="2025-11-04T09:36:47.118" v="1616" actId="20577"/>
          <ac:spMkLst>
            <pc:docMk/>
            <pc:sldMk cId="920555635" sldId="2147482553"/>
            <ac:spMk id="4" creationId="{3D23B500-0F1D-3ABB-458D-DF1B446269BE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4:43.973" v="1792" actId="47"/>
        <pc:sldMkLst>
          <pc:docMk/>
          <pc:sldMk cId="3450206523" sldId="2147482554"/>
        </pc:sldMkLst>
        <pc:spChg chg="mod">
          <ac:chgData name="Yasmine AISSA" userId="c49615ed-9cc6-4a52-85fc-c583af0ddf2f" providerId="ADAL" clId="{C1E26B80-9E14-4479-9694-990F20F05C7F}" dt="2025-11-04T09:36:53.774" v="1634" actId="20577"/>
          <ac:spMkLst>
            <pc:docMk/>
            <pc:sldMk cId="3450206523" sldId="2147482554"/>
            <ac:spMk id="4" creationId="{1B584ACA-8CAF-2E53-075B-1C3E03DCA87D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4:44.721" v="1793" actId="47"/>
        <pc:sldMkLst>
          <pc:docMk/>
          <pc:sldMk cId="2210785250" sldId="2147482555"/>
        </pc:sldMkLst>
        <pc:spChg chg="mod">
          <ac:chgData name="Yasmine AISSA" userId="c49615ed-9cc6-4a52-85fc-c583af0ddf2f" providerId="ADAL" clId="{C1E26B80-9E14-4479-9694-990F20F05C7F}" dt="2025-11-04T09:36:59.651" v="1652" actId="20577"/>
          <ac:spMkLst>
            <pc:docMk/>
            <pc:sldMk cId="2210785250" sldId="2147482555"/>
            <ac:spMk id="4" creationId="{C678D798-B799-6E38-4892-1A00F8CFD541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4:45.283" v="1794" actId="47"/>
        <pc:sldMkLst>
          <pc:docMk/>
          <pc:sldMk cId="366477358" sldId="2147482556"/>
        </pc:sldMkLst>
        <pc:spChg chg="mod">
          <ac:chgData name="Yasmine AISSA" userId="c49615ed-9cc6-4a52-85fc-c583af0ddf2f" providerId="ADAL" clId="{C1E26B80-9E14-4479-9694-990F20F05C7F}" dt="2025-11-04T09:37:06.129" v="1668" actId="20577"/>
          <ac:spMkLst>
            <pc:docMk/>
            <pc:sldMk cId="366477358" sldId="2147482556"/>
            <ac:spMk id="4" creationId="{32415B1F-F3D8-0C74-25C9-4AAA8536F200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4:45.633" v="1795" actId="47"/>
        <pc:sldMkLst>
          <pc:docMk/>
          <pc:sldMk cId="86175563" sldId="2147482557"/>
        </pc:sldMkLst>
        <pc:spChg chg="mod">
          <ac:chgData name="Yasmine AISSA" userId="c49615ed-9cc6-4a52-85fc-c583af0ddf2f" providerId="ADAL" clId="{C1E26B80-9E14-4479-9694-990F20F05C7F}" dt="2025-11-04T09:37:11.097" v="1684" actId="20577"/>
          <ac:spMkLst>
            <pc:docMk/>
            <pc:sldMk cId="86175563" sldId="2147482557"/>
            <ac:spMk id="4" creationId="{35CA6BBB-6490-75A2-1181-44ACA51B0A61}"/>
          </ac:spMkLst>
        </pc:spChg>
      </pc:sldChg>
      <pc:sldChg chg="modSp del mod">
        <pc:chgData name="Yasmine AISSA" userId="c49615ed-9cc6-4a52-85fc-c583af0ddf2f" providerId="ADAL" clId="{C1E26B80-9E14-4479-9694-990F20F05C7F}" dt="2025-10-02T12:59:09.481" v="890" actId="47"/>
        <pc:sldMkLst>
          <pc:docMk/>
          <pc:sldMk cId="4168517328" sldId="2147482583"/>
        </pc:sldMkLst>
      </pc:sldChg>
      <pc:sldChg chg="del">
        <pc:chgData name="Yasmine AISSA" userId="c49615ed-9cc6-4a52-85fc-c583af0ddf2f" providerId="ADAL" clId="{C1E26B80-9E14-4479-9694-990F20F05C7F}" dt="2025-10-02T12:59:10.452" v="891" actId="47"/>
        <pc:sldMkLst>
          <pc:docMk/>
          <pc:sldMk cId="2963400826" sldId="2147482588"/>
        </pc:sldMkLst>
      </pc:sldChg>
      <pc:sldChg chg="delSp del mod">
        <pc:chgData name="Yasmine AISSA" userId="c49615ed-9cc6-4a52-85fc-c583af0ddf2f" providerId="ADAL" clId="{C1E26B80-9E14-4479-9694-990F20F05C7F}" dt="2025-10-02T12:59:11.262" v="897" actId="47"/>
        <pc:sldMkLst>
          <pc:docMk/>
          <pc:sldMk cId="4084907256" sldId="2147482590"/>
        </pc:sldMkLst>
      </pc:sldChg>
      <pc:sldChg chg="del">
        <pc:chgData name="Yasmine AISSA" userId="c49615ed-9cc6-4a52-85fc-c583af0ddf2f" providerId="ADAL" clId="{C1E26B80-9E14-4479-9694-990F20F05C7F}" dt="2025-10-02T12:59:12.969" v="913" actId="47"/>
        <pc:sldMkLst>
          <pc:docMk/>
          <pc:sldMk cId="2829010350" sldId="2147482596"/>
        </pc:sldMkLst>
      </pc:sldChg>
      <pc:sldChg chg="del">
        <pc:chgData name="Yasmine AISSA" userId="c49615ed-9cc6-4a52-85fc-c583af0ddf2f" providerId="ADAL" clId="{C1E26B80-9E14-4479-9694-990F20F05C7F}" dt="2025-10-02T12:59:13.033" v="914" actId="47"/>
        <pc:sldMkLst>
          <pc:docMk/>
          <pc:sldMk cId="3053716332" sldId="2147482597"/>
        </pc:sldMkLst>
      </pc:sldChg>
      <pc:sldChg chg="del">
        <pc:chgData name="Yasmine AISSA" userId="c49615ed-9cc6-4a52-85fc-c583af0ddf2f" providerId="ADAL" clId="{C1E26B80-9E14-4479-9694-990F20F05C7F}" dt="2025-10-02T12:59:09.481" v="890" actId="47"/>
        <pc:sldMkLst>
          <pc:docMk/>
          <pc:sldMk cId="2022033923" sldId="2147482608"/>
        </pc:sldMkLst>
      </pc:sldChg>
      <pc:sldChg chg="modSp del mod ord modShow">
        <pc:chgData name="Yasmine AISSA" userId="c49615ed-9cc6-4a52-85fc-c583af0ddf2f" providerId="ADAL" clId="{C1E26B80-9E14-4479-9694-990F20F05C7F}" dt="2025-09-23T11:05:09.023" v="765" actId="47"/>
        <pc:sldMkLst>
          <pc:docMk/>
          <pc:sldMk cId="2389248835" sldId="2147482610"/>
        </pc:sldMkLst>
      </pc:sldChg>
      <pc:sldChg chg="del mod ord modShow">
        <pc:chgData name="Yasmine AISSA" userId="c49615ed-9cc6-4a52-85fc-c583af0ddf2f" providerId="ADAL" clId="{C1E26B80-9E14-4479-9694-990F20F05C7F}" dt="2025-09-23T11:05:10.751" v="766" actId="47"/>
        <pc:sldMkLst>
          <pc:docMk/>
          <pc:sldMk cId="2597721776" sldId="2147482611"/>
        </pc:sldMkLst>
      </pc:sldChg>
      <pc:sldChg chg="modSp del mod">
        <pc:chgData name="Yasmine AISSA" userId="c49615ed-9cc6-4a52-85fc-c583af0ddf2f" providerId="ADAL" clId="{C1E26B80-9E14-4479-9694-990F20F05C7F}" dt="2025-10-02T12:59:13.510" v="928" actId="47"/>
        <pc:sldMkLst>
          <pc:docMk/>
          <pc:sldMk cId="777563609" sldId="2147482612"/>
        </pc:sldMkLst>
      </pc:sldChg>
      <pc:sldChg chg="del">
        <pc:chgData name="Yasmine AISSA" userId="c49615ed-9cc6-4a52-85fc-c583af0ddf2f" providerId="ADAL" clId="{C1E26B80-9E14-4479-9694-990F20F05C7F}" dt="2025-10-02T12:59:11.533" v="899" actId="47"/>
        <pc:sldMkLst>
          <pc:docMk/>
          <pc:sldMk cId="2142893685" sldId="2147482616"/>
        </pc:sldMkLst>
      </pc:sldChg>
      <pc:sldChg chg="del">
        <pc:chgData name="Yasmine AISSA" userId="c49615ed-9cc6-4a52-85fc-c583af0ddf2f" providerId="ADAL" clId="{C1E26B80-9E14-4479-9694-990F20F05C7F}" dt="2025-10-02T13:00:02.458" v="988" actId="47"/>
        <pc:sldMkLst>
          <pc:docMk/>
          <pc:sldMk cId="385506026" sldId="2147482618"/>
        </pc:sldMkLst>
      </pc:sldChg>
      <pc:sldChg chg="del">
        <pc:chgData name="Yasmine AISSA" userId="c49615ed-9cc6-4a52-85fc-c583af0ddf2f" providerId="ADAL" clId="{C1E26B80-9E14-4479-9694-990F20F05C7F}" dt="2025-10-02T12:59:09.481" v="890" actId="47"/>
        <pc:sldMkLst>
          <pc:docMk/>
          <pc:sldMk cId="332854758" sldId="2147482620"/>
        </pc:sldMkLst>
      </pc:sldChg>
      <pc:sldChg chg="del">
        <pc:chgData name="Yasmine AISSA" userId="c49615ed-9cc6-4a52-85fc-c583af0ddf2f" providerId="ADAL" clId="{C1E26B80-9E14-4479-9694-990F20F05C7F}" dt="2025-10-02T12:59:09.481" v="890" actId="47"/>
        <pc:sldMkLst>
          <pc:docMk/>
          <pc:sldMk cId="1912174299" sldId="2147482621"/>
        </pc:sldMkLst>
      </pc:sldChg>
      <pc:sldChg chg="modSp del mod">
        <pc:chgData name="Yasmine AISSA" userId="c49615ed-9cc6-4a52-85fc-c583af0ddf2f" providerId="ADAL" clId="{C1E26B80-9E14-4479-9694-990F20F05C7F}" dt="2025-10-02T12:59:09.481" v="890" actId="47"/>
        <pc:sldMkLst>
          <pc:docMk/>
          <pc:sldMk cId="3932954260" sldId="2147482622"/>
        </pc:sldMkLst>
      </pc:sldChg>
      <pc:sldChg chg="delSp modSp del mod">
        <pc:chgData name="Yasmine AISSA" userId="c49615ed-9cc6-4a52-85fc-c583af0ddf2f" providerId="ADAL" clId="{C1E26B80-9E14-4479-9694-990F20F05C7F}" dt="2025-10-02T12:59:12.207" v="902" actId="47"/>
        <pc:sldMkLst>
          <pc:docMk/>
          <pc:sldMk cId="1406195659" sldId="2147482623"/>
        </pc:sldMkLst>
      </pc:sldChg>
      <pc:sldChg chg="del">
        <pc:chgData name="Yasmine AISSA" userId="c49615ed-9cc6-4a52-85fc-c583af0ddf2f" providerId="ADAL" clId="{C1E26B80-9E14-4479-9694-990F20F05C7F}" dt="2025-10-02T12:59:13.290" v="922" actId="47"/>
        <pc:sldMkLst>
          <pc:docMk/>
          <pc:sldMk cId="2826836844" sldId="2147482624"/>
        </pc:sldMkLst>
      </pc:sldChg>
      <pc:sldChg chg="del">
        <pc:chgData name="Yasmine AISSA" userId="c49615ed-9cc6-4a52-85fc-c583af0ddf2f" providerId="ADAL" clId="{C1E26B80-9E14-4479-9694-990F20F05C7F}" dt="2025-10-02T12:59:13.304" v="923" actId="47"/>
        <pc:sldMkLst>
          <pc:docMk/>
          <pc:sldMk cId="4086416848" sldId="2147482626"/>
        </pc:sldMkLst>
      </pc:sldChg>
      <pc:sldChg chg="modSp del mod">
        <pc:chgData name="Yasmine AISSA" userId="c49615ed-9cc6-4a52-85fc-c583af0ddf2f" providerId="ADAL" clId="{C1E26B80-9E14-4479-9694-990F20F05C7F}" dt="2025-10-02T12:59:13.224" v="920" actId="47"/>
        <pc:sldMkLst>
          <pc:docMk/>
          <pc:sldMk cId="3706885681" sldId="2147482627"/>
        </pc:sldMkLst>
      </pc:sldChg>
      <pc:sldChg chg="del">
        <pc:chgData name="Yasmine AISSA" userId="c49615ed-9cc6-4a52-85fc-c583af0ddf2f" providerId="ADAL" clId="{C1E26B80-9E14-4479-9694-990F20F05C7F}" dt="2025-10-02T12:59:10.609" v="892" actId="47"/>
        <pc:sldMkLst>
          <pc:docMk/>
          <pc:sldMk cId="1453806796" sldId="2147482629"/>
        </pc:sldMkLst>
      </pc:sldChg>
      <pc:sldChg chg="del">
        <pc:chgData name="Yasmine AISSA" userId="c49615ed-9cc6-4a52-85fc-c583af0ddf2f" providerId="ADAL" clId="{C1E26B80-9E14-4479-9694-990F20F05C7F}" dt="2025-10-02T12:59:09.481" v="890" actId="47"/>
        <pc:sldMkLst>
          <pc:docMk/>
          <pc:sldMk cId="2842374480" sldId="2147482630"/>
        </pc:sldMkLst>
      </pc:sldChg>
      <pc:sldChg chg="del">
        <pc:chgData name="Yasmine AISSA" userId="c49615ed-9cc6-4a52-85fc-c583af0ddf2f" providerId="ADAL" clId="{C1E26B80-9E14-4479-9694-990F20F05C7F}" dt="2025-10-02T12:59:11.392" v="898" actId="47"/>
        <pc:sldMkLst>
          <pc:docMk/>
          <pc:sldMk cId="2934060295" sldId="2147482631"/>
        </pc:sldMkLst>
      </pc:sldChg>
      <pc:sldChg chg="modSp del mod">
        <pc:chgData name="Yasmine AISSA" userId="c49615ed-9cc6-4a52-85fc-c583af0ddf2f" providerId="ADAL" clId="{C1E26B80-9E14-4479-9694-990F20F05C7F}" dt="2025-10-02T12:59:13.144" v="918" actId="47"/>
        <pc:sldMkLst>
          <pc:docMk/>
          <pc:sldMk cId="3378406177" sldId="2147482632"/>
        </pc:sldMkLst>
      </pc:sldChg>
      <pc:sldChg chg="del">
        <pc:chgData name="Yasmine AISSA" userId="c49615ed-9cc6-4a52-85fc-c583af0ddf2f" providerId="ADAL" clId="{C1E26B80-9E14-4479-9694-990F20F05C7F}" dt="2025-09-19T14:05:59.917" v="524" actId="47"/>
        <pc:sldMkLst>
          <pc:docMk/>
          <pc:sldMk cId="2032420262" sldId="2147482634"/>
        </pc:sldMkLst>
      </pc:sldChg>
      <pc:sldChg chg="del">
        <pc:chgData name="Yasmine AISSA" userId="c49615ed-9cc6-4a52-85fc-c583af0ddf2f" providerId="ADAL" clId="{C1E26B80-9E14-4479-9694-990F20F05C7F}" dt="2025-09-19T14:05:56.753" v="523" actId="47"/>
        <pc:sldMkLst>
          <pc:docMk/>
          <pc:sldMk cId="3072628558" sldId="2147482635"/>
        </pc:sldMkLst>
      </pc:sldChg>
      <pc:sldChg chg="del">
        <pc:chgData name="Yasmine AISSA" userId="c49615ed-9cc6-4a52-85fc-c583af0ddf2f" providerId="ADAL" clId="{C1E26B80-9E14-4479-9694-990F20F05C7F}" dt="2025-09-17T10:37:02.728" v="175" actId="47"/>
        <pc:sldMkLst>
          <pc:docMk/>
          <pc:sldMk cId="2024774482" sldId="2147482636"/>
        </pc:sldMkLst>
      </pc:sldChg>
      <pc:sldChg chg="del">
        <pc:chgData name="Yasmine AISSA" userId="c49615ed-9cc6-4a52-85fc-c583af0ddf2f" providerId="ADAL" clId="{C1E26B80-9E14-4479-9694-990F20F05C7F}" dt="2025-09-17T13:38:59.597" v="328" actId="47"/>
        <pc:sldMkLst>
          <pc:docMk/>
          <pc:sldMk cId="3903996569" sldId="2147482637"/>
        </pc:sldMkLst>
      </pc:sldChg>
      <pc:sldChg chg="modSp del mod">
        <pc:chgData name="Yasmine AISSA" userId="c49615ed-9cc6-4a52-85fc-c583af0ddf2f" providerId="ADAL" clId="{C1E26B80-9E14-4479-9694-990F20F05C7F}" dt="2025-09-18T14:32:10.588" v="344" actId="47"/>
        <pc:sldMkLst>
          <pc:docMk/>
          <pc:sldMk cId="505270672" sldId="2147482638"/>
        </pc:sldMkLst>
      </pc:sldChg>
      <pc:sldChg chg="addSp delSp del mod">
        <pc:chgData name="Yasmine AISSA" userId="c49615ed-9cc6-4a52-85fc-c583af0ddf2f" providerId="ADAL" clId="{C1E26B80-9E14-4479-9694-990F20F05C7F}" dt="2025-09-18T14:37:36.375" v="428" actId="47"/>
        <pc:sldMkLst>
          <pc:docMk/>
          <pc:sldMk cId="1032640612" sldId="2147482639"/>
        </pc:sldMkLst>
      </pc:sldChg>
      <pc:sldChg chg="del">
        <pc:chgData name="Yasmine AISSA" userId="c49615ed-9cc6-4a52-85fc-c583af0ddf2f" providerId="ADAL" clId="{C1E26B80-9E14-4479-9694-990F20F05C7F}" dt="2025-09-22T09:53:52.555" v="602" actId="47"/>
        <pc:sldMkLst>
          <pc:docMk/>
          <pc:sldMk cId="137478425" sldId="2147482640"/>
        </pc:sldMkLst>
      </pc:sldChg>
      <pc:sldChg chg="del">
        <pc:chgData name="Yasmine AISSA" userId="c49615ed-9cc6-4a52-85fc-c583af0ddf2f" providerId="ADAL" clId="{C1E26B80-9E14-4479-9694-990F20F05C7F}" dt="2025-10-02T12:59:11.010" v="895" actId="47"/>
        <pc:sldMkLst>
          <pc:docMk/>
          <pc:sldMk cId="482464989" sldId="2147482642"/>
        </pc:sldMkLst>
      </pc:sldChg>
      <pc:sldChg chg="del">
        <pc:chgData name="Yasmine AISSA" userId="c49615ed-9cc6-4a52-85fc-c583af0ddf2f" providerId="ADAL" clId="{C1E26B80-9E14-4479-9694-990F20F05C7F}" dt="2025-09-18T14:31:30.087" v="339" actId="47"/>
        <pc:sldMkLst>
          <pc:docMk/>
          <pc:sldMk cId="3019325207" sldId="2147482643"/>
        </pc:sldMkLst>
      </pc:sldChg>
      <pc:sldChg chg="del">
        <pc:chgData name="Yasmine AISSA" userId="c49615ed-9cc6-4a52-85fc-c583af0ddf2f" providerId="ADAL" clId="{C1E26B80-9E14-4479-9694-990F20F05C7F}" dt="2025-10-02T12:59:10.895" v="894" actId="47"/>
        <pc:sldMkLst>
          <pc:docMk/>
          <pc:sldMk cId="4186051456" sldId="2147482644"/>
        </pc:sldMkLst>
      </pc:sldChg>
      <pc:sldChg chg="del">
        <pc:chgData name="Yasmine AISSA" userId="c49615ed-9cc6-4a52-85fc-c583af0ddf2f" providerId="ADAL" clId="{C1E26B80-9E14-4479-9694-990F20F05C7F}" dt="2025-10-02T12:59:15.304" v="936" actId="47"/>
        <pc:sldMkLst>
          <pc:docMk/>
          <pc:sldMk cId="1091974974" sldId="2147482645"/>
        </pc:sldMkLst>
      </pc:sldChg>
      <pc:sldChg chg="delSp modSp del mod">
        <pc:chgData name="Yasmine AISSA" userId="c49615ed-9cc6-4a52-85fc-c583af0ddf2f" providerId="ADAL" clId="{C1E26B80-9E14-4479-9694-990F20F05C7F}" dt="2025-10-02T13:00:01.748" v="987" actId="47"/>
        <pc:sldMkLst>
          <pc:docMk/>
          <pc:sldMk cId="122638338" sldId="2147482646"/>
        </pc:sldMkLst>
      </pc:sldChg>
      <pc:sldChg chg="addSp modSp add del mod">
        <pc:chgData name="Yasmine AISSA" userId="c49615ed-9cc6-4a52-85fc-c583af0ddf2f" providerId="ADAL" clId="{C1E26B80-9E14-4479-9694-990F20F05C7F}" dt="2025-10-02T12:59:13.591" v="930" actId="47"/>
        <pc:sldMkLst>
          <pc:docMk/>
          <pc:sldMk cId="1824099733" sldId="2147482647"/>
        </pc:sldMkLst>
      </pc:sldChg>
      <pc:sldChg chg="modSp add del mod">
        <pc:chgData name="Yasmine AISSA" userId="c49615ed-9cc6-4a52-85fc-c583af0ddf2f" providerId="ADAL" clId="{C1E26B80-9E14-4479-9694-990F20F05C7F}" dt="2025-10-02T12:59:13.527" v="929" actId="47"/>
        <pc:sldMkLst>
          <pc:docMk/>
          <pc:sldMk cId="2418423703" sldId="2147482648"/>
        </pc:sldMkLst>
      </pc:sldChg>
      <pc:sldChg chg="delSp add del setBg delDesignElem">
        <pc:chgData name="Yasmine AISSA" userId="c49615ed-9cc6-4a52-85fc-c583af0ddf2f" providerId="ADAL" clId="{C1E26B80-9E14-4479-9694-990F20F05C7F}" dt="2025-09-17T10:47:27.413" v="184" actId="47"/>
        <pc:sldMkLst>
          <pc:docMk/>
          <pc:sldMk cId="2360950205" sldId="2147482649"/>
        </pc:sldMkLst>
      </pc:sldChg>
      <pc:sldChg chg="modSp add del mod">
        <pc:chgData name="Yasmine AISSA" userId="c49615ed-9cc6-4a52-85fc-c583af0ddf2f" providerId="ADAL" clId="{C1E26B80-9E14-4479-9694-990F20F05C7F}" dt="2025-10-02T12:59:13.435" v="927" actId="47"/>
        <pc:sldMkLst>
          <pc:docMk/>
          <pc:sldMk cId="3495545145" sldId="2147482649"/>
        </pc:sldMkLst>
      </pc:sldChg>
      <pc:sldChg chg="delSp add del setBg delDesignElem">
        <pc:chgData name="Yasmine AISSA" userId="c49615ed-9cc6-4a52-85fc-c583af0ddf2f" providerId="ADAL" clId="{C1E26B80-9E14-4479-9694-990F20F05C7F}" dt="2025-09-17T10:45:36.839" v="178" actId="47"/>
        <pc:sldMkLst>
          <pc:docMk/>
          <pc:sldMk cId="3718936121" sldId="2147482649"/>
        </pc:sldMkLst>
      </pc:sldChg>
      <pc:sldChg chg="delSp add del setBg delDesignElem">
        <pc:chgData name="Yasmine AISSA" userId="c49615ed-9cc6-4a52-85fc-c583af0ddf2f" providerId="ADAL" clId="{C1E26B80-9E14-4479-9694-990F20F05C7F}" dt="2025-09-17T10:46:57.720" v="183" actId="47"/>
        <pc:sldMkLst>
          <pc:docMk/>
          <pc:sldMk cId="1017739006" sldId="2147482650"/>
        </pc:sldMkLst>
      </pc:sldChg>
      <pc:sldChg chg="modSp add del mod">
        <pc:chgData name="Yasmine AISSA" userId="c49615ed-9cc6-4a52-85fc-c583af0ddf2f" providerId="ADAL" clId="{C1E26B80-9E14-4479-9694-990F20F05C7F}" dt="2025-10-02T12:59:13.324" v="924" actId="47"/>
        <pc:sldMkLst>
          <pc:docMk/>
          <pc:sldMk cId="4222025185" sldId="2147482650"/>
        </pc:sldMkLst>
      </pc:sldChg>
      <pc:sldChg chg="modSp add del mod">
        <pc:chgData name="Yasmine AISSA" userId="c49615ed-9cc6-4a52-85fc-c583af0ddf2f" providerId="ADAL" clId="{C1E26B80-9E14-4479-9694-990F20F05C7F}" dt="2025-09-18T09:06:39.360" v="337" actId="47"/>
        <pc:sldMkLst>
          <pc:docMk/>
          <pc:sldMk cId="4217337070" sldId="2147482651"/>
        </pc:sldMkLst>
      </pc:sldChg>
      <pc:sldChg chg="modSp add del">
        <pc:chgData name="Yasmine AISSA" userId="c49615ed-9cc6-4a52-85fc-c583af0ddf2f" providerId="ADAL" clId="{C1E26B80-9E14-4479-9694-990F20F05C7F}" dt="2025-10-02T12:59:13.256" v="921" actId="47"/>
        <pc:sldMkLst>
          <pc:docMk/>
          <pc:sldMk cId="2952499072" sldId="2147482652"/>
        </pc:sldMkLst>
      </pc:sldChg>
      <pc:sldChg chg="modSp add del mod">
        <pc:chgData name="Yasmine AISSA" userId="c49615ed-9cc6-4a52-85fc-c583af0ddf2f" providerId="ADAL" clId="{C1E26B80-9E14-4479-9694-990F20F05C7F}" dt="2025-10-02T12:59:13.128" v="917" actId="47"/>
        <pc:sldMkLst>
          <pc:docMk/>
          <pc:sldMk cId="2583753152" sldId="2147482653"/>
        </pc:sldMkLst>
      </pc:sldChg>
      <pc:sldChg chg="addSp delSp modSp add del mod">
        <pc:chgData name="Yasmine AISSA" userId="c49615ed-9cc6-4a52-85fc-c583af0ddf2f" providerId="ADAL" clId="{C1E26B80-9E14-4479-9694-990F20F05C7F}" dt="2025-10-02T12:59:13.066" v="915" actId="47"/>
        <pc:sldMkLst>
          <pc:docMk/>
          <pc:sldMk cId="451780649" sldId="2147482654"/>
        </pc:sldMkLst>
      </pc:sldChg>
      <pc:sldChg chg="modSp add del mod">
        <pc:chgData name="Yasmine AISSA" userId="c49615ed-9cc6-4a52-85fc-c583af0ddf2f" providerId="ADAL" clId="{C1E26B80-9E14-4479-9694-990F20F05C7F}" dt="2025-10-02T12:59:14.024" v="932" actId="47"/>
        <pc:sldMkLst>
          <pc:docMk/>
          <pc:sldMk cId="1716514616" sldId="2147482655"/>
        </pc:sldMkLst>
      </pc:sldChg>
      <pc:sldChg chg="modSp add del mod">
        <pc:chgData name="Yasmine AISSA" userId="c49615ed-9cc6-4a52-85fc-c583af0ddf2f" providerId="ADAL" clId="{C1E26B80-9E14-4479-9694-990F20F05C7F}" dt="2025-10-02T12:59:13.637" v="931" actId="47"/>
        <pc:sldMkLst>
          <pc:docMk/>
          <pc:sldMk cId="1930678107" sldId="2147482656"/>
        </pc:sldMkLst>
      </pc:sldChg>
      <pc:sldChg chg="addSp delSp modSp add del mod">
        <pc:chgData name="Yasmine AISSA" userId="c49615ed-9cc6-4a52-85fc-c583af0ddf2f" providerId="ADAL" clId="{C1E26B80-9E14-4479-9694-990F20F05C7F}" dt="2025-10-02T12:59:11.659" v="900" actId="47"/>
        <pc:sldMkLst>
          <pc:docMk/>
          <pc:sldMk cId="604492189" sldId="2147482657"/>
        </pc:sldMkLst>
      </pc:sldChg>
      <pc:sldChg chg="modSp add del mod">
        <pc:chgData name="Yasmine AISSA" userId="c49615ed-9cc6-4a52-85fc-c583af0ddf2f" providerId="ADAL" clId="{C1E26B80-9E14-4479-9694-990F20F05C7F}" dt="2025-10-02T12:59:12.301" v="905" actId="47"/>
        <pc:sldMkLst>
          <pc:docMk/>
          <pc:sldMk cId="3833540649" sldId="2147482658"/>
        </pc:sldMkLst>
      </pc:sldChg>
      <pc:sldChg chg="add del">
        <pc:chgData name="Yasmine AISSA" userId="c49615ed-9cc6-4a52-85fc-c583af0ddf2f" providerId="ADAL" clId="{C1E26B80-9E14-4479-9694-990F20F05C7F}" dt="2025-09-23T10:30:11.122" v="691" actId="47"/>
        <pc:sldMkLst>
          <pc:docMk/>
          <pc:sldMk cId="3355076544" sldId="2147482659"/>
        </pc:sldMkLst>
      </pc:sldChg>
      <pc:sldChg chg="modSp add del mod">
        <pc:chgData name="Yasmine AISSA" userId="c49615ed-9cc6-4a52-85fc-c583af0ddf2f" providerId="ADAL" clId="{C1E26B80-9E14-4479-9694-990F20F05C7F}" dt="2025-10-02T12:59:12.271" v="904" actId="47"/>
        <pc:sldMkLst>
          <pc:docMk/>
          <pc:sldMk cId="2119536583" sldId="21474826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0C341-CBD0-44EB-92C6-E3537FC82E53}" type="datetimeFigureOut">
              <a:t>05/11/2025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4F66B-F9B5-4C55-9487-9B736C4268C0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369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6ABEF0E-C6BC-3FA9-8DFF-C2198B3D9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D7F5B3B-F69A-D095-7BFE-EA327B296CF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3EAFB3-5015-6922-298B-C6EF2623DCC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CADB075-AFB0-46A1-9838-FAF2A84BDDAD}" type="slidenum">
              <a:t>1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474C7-F913-F604-1439-E6F1E2E64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2591EA7-4D49-34EF-F141-EADA43746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EB9A01B-E266-6530-AADD-CC2CDEF9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425431-7EA8-3B7F-2C1C-424FA656A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2382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319E0-DFCA-A75F-FCBE-ECAE17E2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F529F11-D707-821B-7B7F-2509A611D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75D5EF0-27AE-A4A3-195A-567E44F82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95ACBE-8E81-EFE9-EB7D-5572EA1B8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473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E21FF-9970-9DAC-7224-6ED9D51E8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B8C7484-9918-5FBA-AB11-A65B1E135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BFD5E37-6C56-8F44-B22E-80BB050B1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FFE923-1CF8-CC14-FD97-8647906CF8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2559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10BFD-1CFA-9C1E-F21A-56E0F53A9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704EEDF-F2D7-444C-CD18-8D1EEEBC2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ED5668B-AFCE-7498-933A-304B6361D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2251E1-840D-2741-30D3-A0BA6BFA4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919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56874-F5D9-3C35-D3DF-0FDB57569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FC7D98E-1799-A4B1-4DEA-023DC34F8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9D8F1B5-1C89-4084-E165-FA3360F4A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4DFC2C-F24A-0EAB-4100-32256154E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6104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B17FB-F4E1-15EF-9439-BCC99505A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9CB634C-F429-10F4-C6EC-D7C245ADE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AFC9482-8A22-965C-DB69-385F3C3C4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2D5566-D46D-27B8-53DD-4CD5A7B5D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2150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0B5D8-A08E-FDFE-2E2A-3813D462B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47A1AA7-82BB-18FC-6B90-8CF6DF2A3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193331F-4219-46A5-EAD6-72D308E9A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47B10F-04DB-EB41-D828-98996DD29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9593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E05C9-8AB0-A34F-6A67-99CAA2A42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67551B1-FF24-BC7D-A44F-3732AE97A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2BF581C-8EEB-66A4-1283-43A9A9DC6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E14192-A994-2FBC-74F9-21E8EE8A7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33498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7E8B-A183-96AC-5577-1EABA734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38AD41C-8E86-0B62-5147-A7C48D2A6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E8F73C0-ED41-8802-33A4-1BA08198C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775523-EBE4-F958-2A5E-F50F43055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109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88DCA-D806-3561-FA92-BD4CC655F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4377B7D-D37D-A972-E55A-5CEEC9640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AA78B8D-687F-A5EF-991E-160368466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FDE7E3-4682-CEAD-BC23-449CABCF74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4903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nd couleur">
    <p:bg>
      <p:bgPr>
        <a:solidFill>
          <a:srgbClr val="469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799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1" descr="Une image contenant capture d’écran, conception, verre, art&#10;&#10;Description générée automatiquement">
            <a:extLst>
              <a:ext uri="{FF2B5EF4-FFF2-40B4-BE49-F238E27FC236}">
                <a16:creationId xmlns:a16="http://schemas.microsoft.com/office/drawing/2014/main" id="{859F0A23-531B-F311-040E-141926CB18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835" y="0"/>
            <a:ext cx="12181161" cy="68519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Forme libre 27">
            <a:extLst>
              <a:ext uri="{FF2B5EF4-FFF2-40B4-BE49-F238E27FC236}">
                <a16:creationId xmlns:a16="http://schemas.microsoft.com/office/drawing/2014/main" id="{15B3C033-0960-C668-C726-4383861A76A5}"/>
              </a:ext>
            </a:extLst>
          </p:cNvPr>
          <p:cNvSpPr/>
          <p:nvPr/>
        </p:nvSpPr>
        <p:spPr>
          <a:xfrm>
            <a:off x="-12024" y="-12701"/>
            <a:ext cx="12204021" cy="687070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900416"/>
              <a:gd name="f7" fmla="val 6851904"/>
              <a:gd name="f8" fmla="val 1048512"/>
              <a:gd name="f9" fmla="val 182880"/>
              <a:gd name="f10" fmla="+- 0 0 -90"/>
              <a:gd name="f11" fmla="*/ f3 1 7900416"/>
              <a:gd name="f12" fmla="*/ f4 1 6851904"/>
              <a:gd name="f13" fmla="+- f7 0 f5"/>
              <a:gd name="f14" fmla="+- f6 0 f5"/>
              <a:gd name="f15" fmla="*/ f10 f0 1"/>
              <a:gd name="f16" fmla="*/ f14 1 7900416"/>
              <a:gd name="f17" fmla="*/ f13 1 6851904"/>
              <a:gd name="f18" fmla="*/ 7900416 f14 1"/>
              <a:gd name="f19" fmla="*/ 0 f13 1"/>
              <a:gd name="f20" fmla="*/ 1048512 f14 1"/>
              <a:gd name="f21" fmla="*/ 6851904 f13 1"/>
              <a:gd name="f22" fmla="*/ 0 f14 1"/>
              <a:gd name="f23" fmla="*/ 182880 f14 1"/>
              <a:gd name="f24" fmla="*/ f15 1 f2"/>
              <a:gd name="f25" fmla="*/ f18 1 7900416"/>
              <a:gd name="f26" fmla="*/ f19 1 6851904"/>
              <a:gd name="f27" fmla="*/ f20 1 7900416"/>
              <a:gd name="f28" fmla="*/ f21 1 6851904"/>
              <a:gd name="f29" fmla="*/ f22 1 7900416"/>
              <a:gd name="f30" fmla="*/ f23 1 7900416"/>
              <a:gd name="f31" fmla="*/ f5 1 f16"/>
              <a:gd name="f32" fmla="*/ f6 1 f16"/>
              <a:gd name="f33" fmla="*/ f5 1 f17"/>
              <a:gd name="f34" fmla="*/ f7 1 f17"/>
              <a:gd name="f35" fmla="+- f24 0 f1"/>
              <a:gd name="f36" fmla="*/ f25 1 f16"/>
              <a:gd name="f37" fmla="*/ f26 1 f17"/>
              <a:gd name="f38" fmla="*/ f27 1 f16"/>
              <a:gd name="f39" fmla="*/ f28 1 f17"/>
              <a:gd name="f40" fmla="*/ f29 1 f16"/>
              <a:gd name="f41" fmla="*/ f30 1 f16"/>
              <a:gd name="f42" fmla="*/ f31 f11 1"/>
              <a:gd name="f43" fmla="*/ f32 f11 1"/>
              <a:gd name="f44" fmla="*/ f34 f12 1"/>
              <a:gd name="f45" fmla="*/ f33 f12 1"/>
              <a:gd name="f46" fmla="*/ f36 f11 1"/>
              <a:gd name="f47" fmla="*/ f37 f12 1"/>
              <a:gd name="f48" fmla="*/ f38 f11 1"/>
              <a:gd name="f49" fmla="*/ f39 f12 1"/>
              <a:gd name="f50" fmla="*/ f40 f11 1"/>
              <a:gd name="f51" fmla="*/ f41 f1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5">
                <a:pos x="f46" y="f47"/>
              </a:cxn>
              <a:cxn ang="f35">
                <a:pos x="f48" y="f49"/>
              </a:cxn>
              <a:cxn ang="f35">
                <a:pos x="f50" y="f49"/>
              </a:cxn>
              <a:cxn ang="f35">
                <a:pos x="f50" y="f47"/>
              </a:cxn>
              <a:cxn ang="f35">
                <a:pos x="f51" y="f47"/>
              </a:cxn>
              <a:cxn ang="f35">
                <a:pos x="f46" y="f47"/>
              </a:cxn>
            </a:cxnLst>
            <a:rect l="f42" t="f45" r="f43" b="f44"/>
            <a:pathLst>
              <a:path w="7900416" h="6851904">
                <a:moveTo>
                  <a:pt x="f6" y="f5"/>
                </a:moveTo>
                <a:lnTo>
                  <a:pt x="f8" y="f7"/>
                </a:lnTo>
                <a:lnTo>
                  <a:pt x="f5" y="f7"/>
                </a:lnTo>
                <a:lnTo>
                  <a:pt x="f5" y="f5"/>
                </a:lnTo>
                <a:lnTo>
                  <a:pt x="f9" y="f5"/>
                </a:lnTo>
                <a:lnTo>
                  <a:pt x="f6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>
              <a:buNone/>
            </a:pPr>
            <a:endParaRPr lang="fr-FR"/>
          </a:p>
          <a:p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DACAFF8-5FAF-3A4C-FD9F-0C2AF84F3148}"/>
              </a:ext>
            </a:extLst>
          </p:cNvPr>
          <p:cNvSpPr>
            <a:spLocks noMove="1" noResize="1"/>
          </p:cNvSpPr>
          <p:nvPr/>
        </p:nvSpPr>
        <p:spPr>
          <a:xfrm>
            <a:off x="6272692" y="-1487536"/>
            <a:ext cx="6259552" cy="9155155"/>
          </a:xfrm>
          <a:prstGeom prst="rect">
            <a:avLst/>
          </a:prstGeom>
          <a:blipFill>
            <a:blip r:embed="rId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       </a:t>
            </a:r>
          </a:p>
        </p:txBody>
      </p:sp>
      <p:pic>
        <p:nvPicPr>
          <p:cNvPr id="6" name="Image 20" descr="Une image contenant Police, capture d’écran, texte, Graphique&#10;&#10;Description générée automatiquement">
            <a:extLst>
              <a:ext uri="{FF2B5EF4-FFF2-40B4-BE49-F238E27FC236}">
                <a16:creationId xmlns:a16="http://schemas.microsoft.com/office/drawing/2014/main" id="{98EF276E-668C-4054-FACF-3288B962754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0430" y="-101909"/>
            <a:ext cx="2778651" cy="154732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CAF016-717A-AD95-5291-C0F4D2AC35DF}"/>
              </a:ext>
            </a:extLst>
          </p:cNvPr>
          <p:cNvSpPr txBox="1"/>
          <p:nvPr/>
        </p:nvSpPr>
        <p:spPr>
          <a:xfrm>
            <a:off x="606974" y="2736098"/>
            <a:ext cx="556768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 err="1"/>
              <a:t>Statistiques</a:t>
            </a:r>
            <a:r>
              <a:rPr lang="en-US" sz="4000" b="1"/>
              <a:t> DROM </a:t>
            </a:r>
            <a:endParaRPr lang="en-US" sz="4000" b="1" dirty="0"/>
          </a:p>
          <a:p>
            <a:pPr algn="ctr"/>
            <a:r>
              <a:rPr lang="en-US" sz="4000" b="1" dirty="0"/>
              <a:t>TX 2025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9A3DE-F824-6969-FBBE-29B03F90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05C4F24-C0D3-D8A4-4A07-09025D3625B0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GUADELOUPE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845152B-F54A-D67B-EE0D-3FA1A3FD83CC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34DF538-E9F0-0B44-F589-4C4181D1DC85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468E728-29DA-5619-520D-D31DD10B32B8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4FA8746-EC27-654C-3EDB-4C62D6AECB77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0B6B17BC-BD6F-59FD-F6DE-1C0859850884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15EB093F-3859-DD65-1AEA-C6212D612C79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0864B921-D628-B035-C269-AF31B6F214E2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36B8C32A-10F3-AABC-47C3-F57F9790D536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28F645B7-87F0-063E-C7B7-0E7204423537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58548204-8463-017A-5B00-A150C1ACE85B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972E7E6F-B8DA-80BB-0979-A84CE5A38F1B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D34F4E2-18A7-A3E6-AC08-68098503A2BB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0331207E-2426-D839-E53D-7F7202CEC9FF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C644FEC8-F01F-D84A-4E4D-A82FEC9A024C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B7B3ABC-6992-3752-38B4-91E939E95DE2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05145C4F-87FD-E168-A336-D1720BED76AB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B3D83494-E176-ED6E-7A8D-E990E1DE6604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D4935BA-B20B-5DB1-607D-8F22A7B494DF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EC176308-978F-C2F9-AF60-2B183A7ECCD9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13F455FD-E88D-7405-991E-37B0C6E19242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F0C018C-4817-0181-3947-A844488E1C3B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F703E699-58D8-6B8F-DC7F-483326C52C7E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382BC159-8C69-90AA-C743-30D6C1510E82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8F2ED3A9-C606-2360-429B-8964A569658A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00FA3554-BCDE-82BB-C72D-7D4316538EAD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9059AEF7-F9F1-A4C0-D049-7015D974FE7F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439E817-8025-6F3A-45F8-E05DEB4726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2FD611A0-15EF-B4EF-4E1D-9A9A44C26706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487D19F-1836-F7C5-AA3C-70B83B12E70C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78BFECA-35A7-3952-D0D3-4C4790A3BA0D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E00EACE-7FD2-4185-F16B-072F09247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8891686C-ABAD-70A6-7C59-37E44BF72CC3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0EE8C1B-8817-6191-CEAA-7BD203323ED3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DFB0924-12AC-F997-0B77-A4FAD0987D96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1690D36-67F3-1151-F205-590C33640943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F7B5E32-AC53-FF22-17C2-62CD54BC61BA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CAA6D7A8-92F7-0AFD-DF8E-D060716EE594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EC5DF12C-6ADE-ED2F-A129-E1124BB014E2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50C04745-4579-1D45-4641-64DEAF39FF0D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44FBCC95-45D7-55B5-0FF0-33FE36C06E29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A689E069-C1D1-30F8-8A68-11B873A785A4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286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EFA01-5460-2495-18B8-08FA4F960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678E8C-D513-5D13-F6AA-E46FDD6AED15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01A3736-64E6-8F6B-A476-D87E8F651935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GUADELOUPE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F0C0E378-238D-CF37-252B-FB9BA569A504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4FC6F767-A620-4AF8-712C-D56929915C46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6475E2AB-25C7-A228-E7F8-948E8D491796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7BEA8D84-EF27-B5E3-C357-95AFD5A99B8B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ECFB2F85-F6B5-3541-8622-50DE6E8B0065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E8B365DD-07F0-78AA-3A59-A9DE0909394B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E89DEFED-9F28-18CE-DD79-76C09B485721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998B906-5A07-15E1-81E3-35AA3928E090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53D10A0-ED3C-0C82-54CF-450705145693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9B4D0AB9-747B-8924-C53B-B7EA78D5DAB9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2BA65AD-58D6-AA95-7815-8EAC9E023D1D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F714614-B623-0AC2-EE14-19E3F5C4A03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094D693-A649-EFAF-F30C-83E1AD923031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307E5D1-3D01-9F6E-8F4F-684F492E3C39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12EACBC-F4AB-6ECA-AA06-32D8EB5D2D4A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B6AA4C82-D82C-DEFB-1F77-50AEBF9ABBCC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2BC43AB-7394-6281-2CD1-63CCD1ECB037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47D684F2-CC6D-B3C9-CC6C-C90B542D7D51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000F295-6306-F532-959F-02D6A488AD64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F57C9BB7-CDB3-E71A-1F34-628958B555D6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7D24B473-3441-75E9-5931-132943AE1E90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D205BDB-966C-465F-B95D-DA23463B3D46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5730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E256A-500A-278C-7F4F-655AE6267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7C15B7A-A756-EA84-FDBD-69B5FC3C705D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GUYANE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93C601C-1F82-6D99-29CF-362825AE2998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C37B0DC-17AC-7063-C1FF-38682E15B23B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ABC8F09E-A5B6-3375-AA10-CABC3A91B4D0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C0012FB-EF92-1D3E-87AF-19D5108D872B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4932FF8-134D-5013-9E12-E588C303CD89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D0CC7AC-963F-5E0B-D096-4ABDE664C60D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ED4B72B3-AD8D-B9A3-0B1B-37B2D77B756A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D40AC98E-AF8E-C632-8734-950807B40E14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3EDF9B85-563B-B965-2325-083E859407AC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E1DCBF14-EBF3-E8B2-8271-6C1A1A3A469F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73AB808D-5F9B-447E-F1F7-B756D8AEA331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5B0ADB19-B082-B5C7-6DE9-F28961C3331C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5E20C3CA-4D0A-CC5B-2CED-B5B800BED2DF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7368B9D1-4662-16EC-A0A9-44291EB95388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CC1EB46-158B-977B-9478-E2AE88788486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EA4ED092-01D9-B8AF-8547-9A99942D147D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1813308-E382-7539-DA7D-5F27079DAD28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16C38C4-7F2B-6951-6392-8CA0F44D3A71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2D472724-2CD6-6900-2CE5-7CBC84DFA0AD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E0DDF655-A001-0353-F75C-8CE53585000D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1C938DA-03F5-3ADB-812A-D80FA91C069B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966BE592-2320-2CAF-11CD-296F2F53DA75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F6961963-2B39-6804-2639-265E82CEB791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52C49962-6F31-A066-F47D-0A67F73A14F3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6203B48D-BD63-7452-B23A-AFFD29DC6CAF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5CBA97A4-AF24-897C-B371-6B5BC1D653B5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0CBBBE7-B79C-A171-B6ED-34D7DACACEA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4F802CC9-573F-39BF-1526-811D57D4E731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1062DE5-F0D8-2970-0F7F-7C81BA869763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9439915-4EDF-BB17-F93A-FD0C61C7AE03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7502FE3-68F4-DB5D-B9AD-40FAF2858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9E846268-A42A-C050-4519-D57A480F2040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BABF8CE-069F-9794-6CB0-129CE7494D80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75E2F90-C3F5-1F7C-2BBC-B97EB4785560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B9060C4-4D92-60B2-2304-7DDD78271EB3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41D0D26-FD78-F905-35D6-774884E4B1BF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C29DD295-E17D-AAF9-B610-D7406E42D5BE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F7C63CFA-D7A0-0996-B1C7-DC0A43DA1148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7C487218-C7DF-1B76-22C0-86853F79D3F1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46CC501D-A4E9-AF65-9777-6AAF4D7493E2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56AD397D-7F04-BD66-F663-5434ABBD8DCB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5542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7ECA0-393A-6E26-68BC-3A93E085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9047BB-10CA-77E2-6D8C-67EB3B1A69E8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81E87E5-7A2B-CD68-2448-383125919347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GUYANE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50A01A02-4B48-26E2-1117-AFFA23FA03CD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B7DF827E-F70C-4552-6D63-E29F015CB4B1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B1CBC891-18C4-1F9E-3CCA-354311EBAEE0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30A87431-D0DE-F53B-36E7-CB0F65F2FCBD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1F8A45B6-550D-2734-E81D-7EEEF4C67AC6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A8A5DC5A-3E25-53AF-C6C0-A64455DD4808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A1E60FD4-6743-3CC3-6C52-CEA6DE9BA162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A140E10-9E96-B0A0-1ED9-DAA93F4A31A0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265008E-802B-2492-C695-E325678B54B5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0E1A7BC5-677C-0558-0204-FD1795ABC8C6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F2AA4B3-8F97-34A5-19CF-A1F82EFA2AB1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11B90D0-505C-5324-A3BA-7EF72497B77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A1BB665-AD3A-1302-6C8F-641E67E357F2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F1920E2-4E3F-935B-C782-DCDFF8B709E6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67D69C95-237B-7469-40E8-9BEB0FFEBCA6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2A4B97E8-8FD3-D363-6A2A-C80091D0CC3B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854FCAA3-BB19-2488-EC15-D0A595403EEF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413D7B51-B599-60D8-0F1F-235AF8252B91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3C7E8C9-450C-EB4F-5627-56DCBDD25D78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BD0822E-B85F-0738-682E-228F3B4D0351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39EFF305-AC2B-A26B-D323-5BB0F907F686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5558D2A0-E42F-3B95-EDE9-1BFE977D523F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7136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638A1-F31E-457D-EBA9-9F6EC5BA6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4C15374-82F5-2DD8-FDCC-947A378FF87E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LA REUNION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51E285B-29A7-5375-BA03-AF1B550FF931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CBD92A5-C78A-8782-7C37-2A04691195CC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430ABE1-912F-7AC9-CB30-56CB1EDB8F48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417BDB4-5764-FFFD-72B4-84EBB30DA79E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EBE7009-D299-B9F6-3671-4061BB35299C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E4AEA21F-B522-C41B-9D3E-52005A17B396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9AF4F468-8019-8733-C8F5-5C147B598022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B4A8C6A7-0810-E5FC-B2A5-8EB2A0D3B853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E7454985-25A4-EAD8-FF77-C8EE40FB7213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5DA5E7A8-46F8-4D4C-F7E1-1BB1BE6FB79B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C85134E7-2916-6D75-144E-9365DD71ECB6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376105E9-061A-50FC-BF63-368284EC8CB3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0850AF4A-A6CF-235F-AB37-731D55EEAFD9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B961F769-AE78-4E0B-4CE0-8646928C1CC7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70EA6B8-E2BC-D945-4E72-C9A946BF2003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20330D94-6843-57DD-57AB-1D897B83D5BF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B0E9E568-CFC9-681F-79B7-8B8424D8DE8B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A35A41D-9727-9C2B-C25C-AB49708BCFA3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636CB0D0-2A58-B210-9F7E-87AB4E09E877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9A339D7C-09EF-D55E-6ABB-60BA514FEA44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972D801-6A2E-1501-B465-BC8B69F4290A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E450E86B-30BA-527B-5427-956F4C6B187A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D3773367-0D66-1B9F-1E84-21A42EDB9605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05B0D53D-EEC6-9F3B-9E28-BF9D5E9B4684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98A5E8F9-C830-FDE8-E3CE-4A677F9FEFDB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28B04E64-B281-01F0-962D-45437AFBA8AB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55372A8-9EAF-A742-C2DB-39ACA8BB06C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7606B1B1-BCAC-94A2-41AF-C6BA1514D13B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76410C83-1774-1549-8878-07A531947EDB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DE63E19-267D-E732-97E6-83BD4EC30AB4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01EB5BB-975D-6B19-3BDC-5CD771A00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8C2D478-A9CE-8148-5DE2-36F0560607E2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8245044-7AB0-D126-3A79-FD6118F137E9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1FBDBD4-66D2-C992-5C30-A5EF8F620B01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D3E8D8A-D61B-27D9-1969-82FC78F7E1CA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FF0EB5F-6012-F323-5584-5FF055533266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AD62EAC3-C19F-88BB-162B-CAC5550728D2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956BC6D2-2D9A-F8F5-3CB4-0BD09E7D726B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A5518732-525B-57C5-AF3B-58F872836A52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D3004EA1-1376-9068-2DB5-E03D79B4BE66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AEEFEAA2-397F-E805-DF68-2F0FF6A41197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6084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22840-004D-D938-07C5-EEE595763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9EEB76-991B-E920-C30F-5BA8B20BD878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3C7C1D3-88B2-5319-C4FF-43448DA62CC4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LA REUNION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0E66F482-18D2-6C82-1E08-7FC366C5A2BF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9C365CFC-76CA-CE42-41EB-4CAD117E452D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BEE65BE4-6152-0B4D-0229-B31D643CCD83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198A6EF9-06AC-4CB9-0F34-FDDFD415FB32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4C9A28EC-79ED-C3A3-1F9D-7FE4B244F069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324B13A8-E188-C65F-97E3-1FF2613B2622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8B297D37-4408-0CBB-EC20-7C29791C5B9F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35882FE-8924-7F97-EF00-FD076B0C7BD4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1A94C4B-3C6D-1751-67A5-A8FF7ABF9E8F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3D4010A8-5B43-9992-B524-795D39F803CD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36C6391-05E1-361A-18F5-14AFD474EEF8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8139D28-BB3B-19B0-D044-E6B5F6579F2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49F7B25-388A-497E-E228-50F975F84498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E4B6E6F-FF42-C840-C7E0-8B231AC31DAB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EFEFB394-926F-DD8A-B417-AB980FD386B6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E9C3A639-8D79-5DD3-3E79-0EB237EFF67C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FFF1772-E428-E3DD-616C-CBB19CE5C47F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8797A07D-799D-630D-14CA-ED1969226161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A4122690-7DE9-A505-E0A2-F801029D17A5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D6E82E71-A9E0-F2DF-2A43-5E9AC8F41A90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0852D8BF-49F9-9DB8-739B-FFCB0B28AB04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26065067-0142-EFFD-58FC-1D4F89964E37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5445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50345-4422-6CE6-FCEF-E95656F96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C4BF21F-C898-35CC-DE07-4BA9F8A711F8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MARTINIQUE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FF6DBE0-0A4B-F3FB-E5DD-F38D54C29688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F167716-24B6-92D5-52A9-D1F50338FDD9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7585E13-737F-FE5D-DF62-B44391FAE05E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AA19B6E6-82CF-3F7E-7CC2-C0FD4F5E62FC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6B355D2-84F3-67CC-4509-534C06B72A83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69FC038-864C-D605-0174-31505791AC54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3CD2B304-23F9-492B-0E7F-659173F886A6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B2A6B977-7F21-8177-0A92-F643F95D7F59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A3390A49-C915-C60C-DE69-BB90B12D3188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23DE5D79-5841-0CB0-E1F6-4BCD89945C28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6CE114D7-F04E-B719-D878-DA4D84ECD130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76554A20-365B-6049-26BE-2C77916D24C6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54AAF531-4C9E-FCF4-E208-65C019457A5D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73F51444-2F92-9E2C-A985-3567062DB5A2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A4450882-F44E-6914-3E8A-0C880123DB48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148AE23E-D61F-76A4-CADA-A91E07EF65AC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7FFFB0CD-7BA6-FF95-4C97-0FE7B0015558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80B159E-59F5-425E-246F-D7AE64DA3B13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D4849A95-38DB-A3E3-2B09-7C7B947E4027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8E92197E-265E-3305-72C8-C6A98F5DC716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C6F3E8E-84F8-B289-7F02-ED9582E8D020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AFEF15F3-3C9D-D063-BDC9-5C0E116D1B63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0C22FB37-123D-F346-36EE-41A7782617AD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09A17229-9491-8A6A-6CE6-79B6215BE125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DF8C6542-CEA0-8848-8465-F795D19176FA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BDED7781-E8EE-E836-60B7-B44AE463EBEC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C63C259-7363-059F-4A7C-3556976D620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38E7055A-42DD-298B-459F-AEA203AC6523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E7D713A-88EA-1E69-07BD-1799C1256149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9221C5B-EDE5-F7D6-A289-A17985B8718B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5CAA5E8-802C-9374-78DD-1E6707CA6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6C583CB-DADF-7260-3361-094D3C4E0E55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0DC3961-3971-3441-E8C8-5439054C465A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2A9AC70-521B-382B-A816-3573E028AB25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40B485A-69AA-29AC-2CD0-1D2545BB8EE7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2C4DACB-22AE-1ACE-B600-32B5ED4A0EB2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9A520E82-D139-A1E6-33BE-8447E5809435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5D92427F-3971-741F-B647-E9CBB10CB364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3C6E1DED-E3E7-BBE0-A950-5818E6151F42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A13EABC5-8D2E-7A78-B76F-29B095FDF61C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46F88564-98F7-CB3B-1636-98F588FEA5B2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9187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785C2-BD7F-C603-E4F6-951CCAE1E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405D267-7C69-27C3-96FC-575D48ADE0AC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12CEB60-4756-A0FC-DD9F-A328772A4237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MARTINIQUE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79DEAECA-04F1-E17D-5963-35984E342BA1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E6A3F87E-E3CA-018E-CF06-068D7E9AF229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DDD25B02-AD6A-1061-BF6B-EE2A1EDD09CC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01E321D8-0399-B24E-574F-A5FEF40D9F26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A1F8F645-C4FD-29F4-4384-4573E3606578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5DF2CCA6-0B41-420A-6E1A-9676398C889C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B781A01D-5300-1D9D-5AA8-1747486D14CE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814E22C-AA87-7EEC-9AF4-87B560ADBAE5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64A29A0-E116-980D-1A1A-E1FFE45D621A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F0A85A78-3765-73E1-279B-43127E77B821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94F6CB1-1DF2-623D-C39A-C33139CF8BED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09EA2A2-5106-EDA9-A481-1B71A625D3C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A0FBF7D-D527-649B-DB5D-1013F99A516F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5B1C79C-A53C-5D26-3440-D52CAB1402F9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AE507A7-86CB-CBFC-0B56-567E59970BEB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96AAA6B3-FEA0-5F14-9E12-A9C52E70F811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4C0BBD7-AED5-D3B7-C634-F8238F21213D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3B589B75-CD25-4576-F035-36F95E3F9471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A977ABC7-704A-0D99-5902-E42EDA03EB00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B2DC81DA-88AF-1AF5-9876-72982EC8D653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94ECC853-2CF9-46BC-9463-4CAB4286ED89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21D8285C-1906-A540-C1D1-20EEC606FDCD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9086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CEE7-9554-03FA-329F-EAF4F6684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09104C2-75F7-63E8-9CE8-29A64C554ACB}"/>
              </a:ext>
            </a:extLst>
          </p:cNvPr>
          <p:cNvSpPr txBox="1"/>
          <p:nvPr/>
        </p:nvSpPr>
        <p:spPr>
          <a:xfrm>
            <a:off x="2099859" y="190549"/>
            <a:ext cx="8443571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MAYOTTE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4F3C899-A250-E181-6B4D-207C65A85D08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603FC62-40B3-9B03-0CBD-485BB4F677F9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AAC0BC6-309B-B222-CCE2-B1B47F93E721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C57D34C-DDD9-BA29-26D0-48ABA7C7D8D7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79C3563-38C2-67B9-BCF5-5569416D251A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79795DC-44D0-4967-F9F1-9CFE37BF6E36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45972AC-41F1-5A07-3439-D7DF215DBE21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1CFB8536-0BE4-456F-CF9B-AC0BCD27B391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65E0ADEC-E4C1-DBCC-0F3D-2038EA4651D1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9D191077-78EE-9F4D-B44A-7DF3C1683338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1331E4AA-FBD5-00B4-AD4B-C20C27F0291D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E2DA7ADC-974E-743C-9DF8-3CE1E07A387C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21349F19-3105-017E-26AD-6CB79DDD7127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F71C76A5-8512-0C2A-2725-37C976FEE6E1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0AAFA6EA-AF12-9602-1C53-97F3265DAEEB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B273E2D2-1995-4C44-1ABF-4FC714C41E48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9A8AB7FE-6FBD-57A5-6286-D231B5B4D06C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2677BAF-5AB5-C7A7-502E-616389CB7AED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0A0FA868-8E28-5B82-3ADE-63A507AF33EB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EA19B9C1-76F8-EA91-FA3E-BFE51935C1A6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E3108B5-4ECD-3068-7561-BFAA6A42CCB8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337EDF26-70F5-2663-0200-5BCF4CC970B6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85E51625-C1A5-0024-43A9-F4D114096041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B418B1EB-729A-1368-C74A-2DAA789B2B9D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25E6E8BF-303B-D3CD-8E61-0C86D0255B15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C6FCE5D2-1201-40CE-E074-81B8A3CEAD1B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BB16742-E42D-23AB-51EB-AC98E6017ED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42891D8F-0CA1-BD7A-55A9-0AE3DD72121A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072B9DB-7E00-F95C-B10E-5906B1F298E1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9F12A61-5C0A-6BF7-6380-874A11448B3A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F44F3C9-C4FA-A978-D1F0-DD79A2CD1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FA7C3FE-AA22-996D-D7F9-80125498A5D9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AFB1A38-3C85-7D4C-84BB-4D5AA75D5C02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BAFCC76-FA90-EBD2-C1B6-053E3723DEDF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5327230-93B9-2207-11B4-A609E02D2AC0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E926CF6-9147-A4C0-03DB-E7FD0A5D59F0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D0FBADB0-DD16-4E54-CDB9-1B7DD3CF12DE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789D5C8B-2BDD-8CEA-A96E-A3736296DC92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B427CD15-BEA1-38FC-AE22-AF7C2EBDA306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9F217792-E683-7695-B344-F08CB24078F8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808ECFE0-7C3E-3930-D5FE-93B9F668EB69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4546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15303-CAFB-682D-9EBB-5283DE3E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E09B8A-6D9D-3F81-DE96-C3578C12AD5C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AC4C5F-817D-BA3C-5775-CDB1BA926810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MAYOTTE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1D47354C-9928-60CF-3DEE-3C92D70D1066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85053D65-2FEC-BA1F-5007-EE50C28C9E77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85BF11E0-28EE-F288-BECF-0D4FBB5E478B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EDBF5C4F-4011-0385-98F0-A2C2265C41A2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27B0DDD3-D82E-F020-B5DE-8BC5B7715B18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4ABD06E4-E382-A4BA-5C4E-F7C927DA681D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D5505E88-B415-8AA9-9C44-13B95BFA742E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CB22E5B-38E1-3D51-7849-895EF5D37D56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2541201-0FB6-FFCA-38C9-4297E458D8D9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97E58E39-4F6C-1C60-6EF6-FB400AF4CCE9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CF85395-534C-37DD-B3B7-D0274FBC37BB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77AF191-687B-B08F-9C62-01DB757CC84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8D51A54-8584-0F93-E89B-373A096275A5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CD5754A-C943-190B-9A28-F08B8FC965DB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E8A1529-0240-4C70-CDD7-60A9328D0A76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9BF8C95-88D5-9867-F223-2554987F39DE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605C9C1-7899-2F14-B40F-7C50F280135F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B45069EB-13BF-E560-32B8-97AD1E85F6B5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947B134-68E5-71C9-420D-D0E6F37EA518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0A590141-916D-9CDE-DD82-E8D57EFFA692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5C930202-7603-2852-E5C6-68FBC461D829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121AA4D4-CEAC-3925-2586-C73E9D544766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75413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A7A751287696408B892F98C1001C07" ma:contentTypeVersion="12" ma:contentTypeDescription="Crée un document." ma:contentTypeScope="" ma:versionID="03680d9e4e83be13d001bddfc6b23ba7">
  <xsd:schema xmlns:xsd="http://www.w3.org/2001/XMLSchema" xmlns:xs="http://www.w3.org/2001/XMLSchema" xmlns:p="http://schemas.microsoft.com/office/2006/metadata/properties" xmlns:ns2="648a4b3f-b359-4000-8a43-4a6783536843" targetNamespace="http://schemas.microsoft.com/office/2006/metadata/properties" ma:root="true" ma:fieldsID="8660330aa79db525cc43d86b2ce2e346" ns2:_="">
    <xsd:import namespace="648a4b3f-b359-4000-8a43-4a67835368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8a4b3f-b359-4000-8a43-4a67835368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2197c539-b3be-4d99-bd36-f8e16b27b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8a4b3f-b359-4000-8a43-4a678353684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59578BF-7DF9-49AB-9CE3-63905658C1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E1310A-C2D1-45A6-90DD-F1BB3B58AA15}">
  <ds:schemaRefs>
    <ds:schemaRef ds:uri="648a4b3f-b359-4000-8a43-4a67835368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8F436F7-33F6-48EE-88FC-A7087A6E5FE7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metadata/properties"/>
    <ds:schemaRef ds:uri="http://purl.org/dc/dcmitype/"/>
    <ds:schemaRef ds:uri="http://www.w3.org/XML/1998/namespace"/>
    <ds:schemaRef ds:uri="648a4b3f-b359-4000-8a43-4a6783536843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1103</Words>
  <Application>Microsoft Office PowerPoint</Application>
  <PresentationFormat>Grand écran</PresentationFormat>
  <Paragraphs>344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Yasmine AISSA</dc:creator>
  <cp:lastModifiedBy>Yasmine AISSA</cp:lastModifiedBy>
  <cp:revision>1</cp:revision>
  <dcterms:created xsi:type="dcterms:W3CDTF">2012-07-30T22:21:58Z</dcterms:created>
  <dcterms:modified xsi:type="dcterms:W3CDTF">2025-11-05T12:25:13Z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0x010100DEA7A751287696408B892F98C1001C07</vt:lpwstr>
  </property>
  <property fmtid="{D5CDD505-2E9C-101B-9397-08002B2CF9AE}" pid="3" name="MediaServiceImageTags">
    <vt:lpwstr/>
  </property>
</Properties>
</file>