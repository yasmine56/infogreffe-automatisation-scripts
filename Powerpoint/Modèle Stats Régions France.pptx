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63" r:id="rId5"/>
    <p:sldId id="2147482533" r:id="rId6"/>
    <p:sldId id="2147482518" r:id="rId7"/>
    <p:sldId id="2147482534" r:id="rId8"/>
    <p:sldId id="2147482535" r:id="rId9"/>
    <p:sldId id="2147482536" r:id="rId10"/>
    <p:sldId id="2147482537" r:id="rId11"/>
    <p:sldId id="2147482538" r:id="rId12"/>
    <p:sldId id="2147482539" r:id="rId13"/>
    <p:sldId id="2147482540" r:id="rId14"/>
    <p:sldId id="2147482541" r:id="rId15"/>
    <p:sldId id="2147482542" r:id="rId16"/>
    <p:sldId id="2147482543" r:id="rId17"/>
    <p:sldId id="2147482544" r:id="rId18"/>
    <p:sldId id="2147482545" r:id="rId19"/>
    <p:sldId id="2147482546" r:id="rId20"/>
    <p:sldId id="2147482547" r:id="rId21"/>
    <p:sldId id="2147482548" r:id="rId22"/>
    <p:sldId id="2147482549" r:id="rId23"/>
    <p:sldId id="2147482550" r:id="rId24"/>
    <p:sldId id="2147482551" r:id="rId25"/>
    <p:sldId id="2147482552" r:id="rId26"/>
    <p:sldId id="2147482553" r:id="rId27"/>
    <p:sldId id="2147482554" r:id="rId28"/>
    <p:sldId id="2147482555" r:id="rId29"/>
    <p:sldId id="2147482556" r:id="rId30"/>
    <p:sldId id="2147482557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4E95D9"/>
    <a:srgbClr val="4796D8"/>
    <a:srgbClr val="3F986F"/>
    <a:srgbClr val="FEC844"/>
    <a:srgbClr val="8AD489"/>
    <a:srgbClr val="36A4A3"/>
    <a:srgbClr val="FE9419"/>
    <a:srgbClr val="A7A7A7"/>
    <a:srgbClr val="D4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269D9-AF14-4C6E-92C7-53C100A77178}" v="18" dt="2025-10-31T09:17:50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AISSA" userId="c49615ed-9cc6-4a52-85fc-c583af0ddf2f" providerId="ADAL" clId="{1A7EC8A4-0136-4B44-A054-52A4A0A1DF4C}"/>
    <pc:docChg chg="undo custSel addSld delSld modSld">
      <pc:chgData name="Yasmine AISSA" userId="c49615ed-9cc6-4a52-85fc-c583af0ddf2f" providerId="ADAL" clId="{1A7EC8A4-0136-4B44-A054-52A4A0A1DF4C}" dt="2025-08-27T10:39:36.917" v="225" actId="1036"/>
      <pc:docMkLst>
        <pc:docMk/>
      </pc:docMkLst>
      <pc:sldChg chg="addSp delSp modSp mod">
        <pc:chgData name="Yasmine AISSA" userId="c49615ed-9cc6-4a52-85fc-c583af0ddf2f" providerId="ADAL" clId="{1A7EC8A4-0136-4B44-A054-52A4A0A1DF4C}" dt="2025-08-26T12:27:42.568" v="218" actId="20577"/>
        <pc:sldMkLst>
          <pc:docMk/>
          <pc:sldMk cId="3387351838" sldId="2147482530"/>
        </pc:sldMkLst>
      </pc:sldChg>
      <pc:sldChg chg="modSp mod">
        <pc:chgData name="Yasmine AISSA" userId="c49615ed-9cc6-4a52-85fc-c583af0ddf2f" providerId="ADAL" clId="{1A7EC8A4-0136-4B44-A054-52A4A0A1DF4C}" dt="2025-08-13T10:42:34.536" v="125" actId="20577"/>
        <pc:sldMkLst>
          <pc:docMk/>
          <pc:sldMk cId="385506026" sldId="2147482618"/>
        </pc:sldMkLst>
      </pc:sldChg>
      <pc:sldChg chg="addSp delSp del mod">
        <pc:chgData name="Yasmine AISSA" userId="c49615ed-9cc6-4a52-85fc-c583af0ddf2f" providerId="ADAL" clId="{1A7EC8A4-0136-4B44-A054-52A4A0A1DF4C}" dt="2025-08-13T10:14:01.595" v="57" actId="2696"/>
        <pc:sldMkLst>
          <pc:docMk/>
          <pc:sldMk cId="548572405" sldId="2147482633"/>
        </pc:sldMkLst>
      </pc:sldChg>
      <pc:sldChg chg="delSp modSp mod">
        <pc:chgData name="Yasmine AISSA" userId="c49615ed-9cc6-4a52-85fc-c583af0ddf2f" providerId="ADAL" clId="{1A7EC8A4-0136-4B44-A054-52A4A0A1DF4C}" dt="2025-08-27T10:39:36.917" v="225" actId="1036"/>
        <pc:sldMkLst>
          <pc:docMk/>
          <pc:sldMk cId="1091974974" sldId="2147482645"/>
        </pc:sldMkLst>
      </pc:sldChg>
      <pc:sldChg chg="addSp delSp modSp add mod">
        <pc:chgData name="Yasmine AISSA" userId="c49615ed-9cc6-4a52-85fc-c583af0ddf2f" providerId="ADAL" clId="{1A7EC8A4-0136-4B44-A054-52A4A0A1DF4C}" dt="2025-08-14T14:15:22.057" v="174" actId="1076"/>
        <pc:sldMkLst>
          <pc:docMk/>
          <pc:sldMk cId="122638338" sldId="2147482646"/>
        </pc:sldMkLst>
      </pc:sldChg>
    </pc:docChg>
  </pc:docChgLst>
  <pc:docChgLst>
    <pc:chgData name="Yasmine AISSA" userId="c49615ed-9cc6-4a52-85fc-c583af0ddf2f" providerId="ADAL" clId="{B926B871-0419-4A40-812B-AC65033A947E}"/>
    <pc:docChg chg="undo custSel addSld delSld modSld sldOrd">
      <pc:chgData name="Yasmine AISSA" userId="c49615ed-9cc6-4a52-85fc-c583af0ddf2f" providerId="ADAL" clId="{B926B871-0419-4A40-812B-AC65033A947E}" dt="2025-07-21T09:36:24.070" v="2870" actId="729"/>
      <pc:docMkLst>
        <pc:docMk/>
      </pc:docMkLst>
      <pc:sldChg chg="modSp mod ord modShow">
        <pc:chgData name="Yasmine AISSA" userId="c49615ed-9cc6-4a52-85fc-c583af0ddf2f" providerId="ADAL" clId="{B926B871-0419-4A40-812B-AC65033A947E}" dt="2025-07-15T12:20:56.769" v="2514" actId="729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B926B871-0419-4A40-812B-AC65033A947E}" dt="2025-07-15T10:02:53.792" v="2088" actId="20577"/>
        <pc:sldMkLst>
          <pc:docMk/>
          <pc:sldMk cId="0" sldId="263"/>
        </pc:sldMkLst>
      </pc:sldChg>
      <pc:sldChg chg="del">
        <pc:chgData name="Yasmine AISSA" userId="c49615ed-9cc6-4a52-85fc-c583af0ddf2f" providerId="ADAL" clId="{B926B871-0419-4A40-812B-AC65033A947E}" dt="2025-07-11T07:51:13.770" v="25" actId="2696"/>
        <pc:sldMkLst>
          <pc:docMk/>
          <pc:sldMk cId="3593570983" sldId="2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78573543" sldId="2147482403"/>
        </pc:sldMkLst>
      </pc:sldChg>
      <pc:sldChg chg="modSp mod">
        <pc:chgData name="Yasmine AISSA" userId="c49615ed-9cc6-4a52-85fc-c583af0ddf2f" providerId="ADAL" clId="{B926B871-0419-4A40-812B-AC65033A947E}" dt="2025-07-15T10:03:27.685" v="2092" actId="2057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B926B871-0419-4A40-812B-AC65033A947E}" dt="2025-07-11T07:46:09.346" v="11" actId="2696"/>
        <pc:sldMkLst>
          <pc:docMk/>
          <pc:sldMk cId="565392847" sldId="2147482426"/>
        </pc:sldMkLst>
      </pc:sldChg>
      <pc:sldChg chg="del">
        <pc:chgData name="Yasmine AISSA" userId="c49615ed-9cc6-4a52-85fc-c583af0ddf2f" providerId="ADAL" clId="{B926B871-0419-4A40-812B-AC65033A947E}" dt="2025-07-11T07:51:26.044" v="26" actId="2696"/>
        <pc:sldMkLst>
          <pc:docMk/>
          <pc:sldMk cId="3532531603" sldId="214748243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15333647" sldId="2147482441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5934177" sldId="2147482443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513069919" sldId="214748244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745483483" sldId="2147482450"/>
        </pc:sldMkLst>
      </pc:sldChg>
      <pc:sldChg chg="modSp mod">
        <pc:chgData name="Yasmine AISSA" userId="c49615ed-9cc6-4a52-85fc-c583af0ddf2f" providerId="ADAL" clId="{B926B871-0419-4A40-812B-AC65033A947E}" dt="2025-07-15T10:49:33.240" v="2468" actId="20577"/>
        <pc:sldMkLst>
          <pc:docMk/>
          <pc:sldMk cId="2381479601" sldId="2147482451"/>
        </pc:sldMkLst>
      </pc:sldChg>
      <pc:sldChg chg="modSp mod">
        <pc:chgData name="Yasmine AISSA" userId="c49615ed-9cc6-4a52-85fc-c583af0ddf2f" providerId="ADAL" clId="{B926B871-0419-4A40-812B-AC65033A947E}" dt="2025-07-15T10:35:12.107" v="2345" actId="2057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3688813400" sldId="2147482454"/>
        </pc:sldMkLst>
      </pc:sldChg>
      <pc:sldChg chg="modSp mod modShow">
        <pc:chgData name="Yasmine AISSA" userId="c49615ed-9cc6-4a52-85fc-c583af0ddf2f" providerId="ADAL" clId="{B926B871-0419-4A40-812B-AC65033A947E}" dt="2025-07-15T10:33:13.320" v="2275" actId="20577"/>
        <pc:sldMkLst>
          <pc:docMk/>
          <pc:sldMk cId="2784782344" sldId="2147482455"/>
        </pc:sldMkLst>
      </pc:sldChg>
      <pc:sldChg chg="del">
        <pc:chgData name="Yasmine AISSA" userId="c49615ed-9cc6-4a52-85fc-c583af0ddf2f" providerId="ADAL" clId="{B926B871-0419-4A40-812B-AC65033A947E}" dt="2025-07-11T08:28:15.657" v="226" actId="2696"/>
        <pc:sldMkLst>
          <pc:docMk/>
          <pc:sldMk cId="3571603803" sldId="2147482457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172808798" sldId="2147482458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91757381" sldId="214748246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949560971" sldId="2147482462"/>
        </pc:sldMkLst>
      </pc:sldChg>
      <pc:sldChg chg="modSp mod">
        <pc:chgData name="Yasmine AISSA" userId="c49615ed-9cc6-4a52-85fc-c583af0ddf2f" providerId="ADAL" clId="{B926B871-0419-4A40-812B-AC65033A947E}" dt="2025-07-15T10:33:08.158" v="2274" actId="20577"/>
        <pc:sldMkLst>
          <pc:docMk/>
          <pc:sldMk cId="1902261105" sldId="2147482463"/>
        </pc:sldMkLst>
      </pc:sldChg>
      <pc:sldChg chg="modSp mod modShow">
        <pc:chgData name="Yasmine AISSA" userId="c49615ed-9cc6-4a52-85fc-c583af0ddf2f" providerId="ADAL" clId="{B926B871-0419-4A40-812B-AC65033A947E}" dt="2025-07-15T10:16:59.287" v="2119" actId="729"/>
        <pc:sldMkLst>
          <pc:docMk/>
          <pc:sldMk cId="2789704366" sldId="2147482464"/>
        </pc:sldMkLst>
      </pc:sldChg>
      <pc:sldChg chg="modSp mod">
        <pc:chgData name="Yasmine AISSA" userId="c49615ed-9cc6-4a52-85fc-c583af0ddf2f" providerId="ADAL" clId="{B926B871-0419-4A40-812B-AC65033A947E}" dt="2025-07-15T10:10:14.022" v="2114" actId="20577"/>
        <pc:sldMkLst>
          <pc:docMk/>
          <pc:sldMk cId="1281640377" sldId="2147482465"/>
        </pc:sldMkLst>
      </pc:sldChg>
      <pc:sldChg chg="modSp mod">
        <pc:chgData name="Yasmine AISSA" userId="c49615ed-9cc6-4a52-85fc-c583af0ddf2f" providerId="ADAL" clId="{B926B871-0419-4A40-812B-AC65033A947E}" dt="2025-07-15T10:51:23.187" v="2497" actId="20577"/>
        <pc:sldMkLst>
          <pc:docMk/>
          <pc:sldMk cId="2260850067" sldId="2147482468"/>
        </pc:sldMkLst>
      </pc:sldChg>
      <pc:sldChg chg="modSp mod">
        <pc:chgData name="Yasmine AISSA" userId="c49615ed-9cc6-4a52-85fc-c583af0ddf2f" providerId="ADAL" clId="{B926B871-0419-4A40-812B-AC65033A947E}" dt="2025-07-15T10:49:47.640" v="2470" actId="20577"/>
        <pc:sldMkLst>
          <pc:docMk/>
          <pc:sldMk cId="2335165579" sldId="2147482470"/>
        </pc:sldMkLst>
      </pc:sldChg>
      <pc:sldChg chg="modSp mod">
        <pc:chgData name="Yasmine AISSA" userId="c49615ed-9cc6-4a52-85fc-c583af0ddf2f" providerId="ADAL" clId="{B926B871-0419-4A40-812B-AC65033A947E}" dt="2025-07-11T07:45:34.169" v="8" actId="2057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064143400" sldId="214748247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638513251" sldId="214748247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918671888" sldId="214748247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438361820" sldId="214748247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467254795" sldId="214748247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418681064" sldId="2147482479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647237989" sldId="2147482480"/>
        </pc:sldMkLst>
      </pc:sldChg>
      <pc:sldChg chg="del">
        <pc:chgData name="Yasmine AISSA" userId="c49615ed-9cc6-4a52-85fc-c583af0ddf2f" providerId="ADAL" clId="{B926B871-0419-4A40-812B-AC65033A947E}" dt="2025-07-11T08:04:34.013" v="164" actId="47"/>
        <pc:sldMkLst>
          <pc:docMk/>
          <pc:sldMk cId="2908641256" sldId="214748248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842748019" sldId="2147482482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365040940" sldId="2147482483"/>
        </pc:sldMkLst>
      </pc:sldChg>
      <pc:sldChg chg="modSp mod">
        <pc:chgData name="Yasmine AISSA" userId="c49615ed-9cc6-4a52-85fc-c583af0ddf2f" providerId="ADAL" clId="{B926B871-0419-4A40-812B-AC65033A947E}" dt="2025-07-15T10:47:22.654" v="2455" actId="2057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60019468" sldId="2147482488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3532189943" sldId="2147482489"/>
        </pc:sldMkLst>
      </pc:sldChg>
      <pc:sldChg chg="mod modShow">
        <pc:chgData name="Yasmine AISSA" userId="c49615ed-9cc6-4a52-85fc-c583af0ddf2f" providerId="ADAL" clId="{B926B871-0419-4A40-812B-AC65033A947E}" dt="2025-07-21T09:36:24.070" v="2870" actId="729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843191464" sldId="2147482496"/>
        </pc:sldMkLst>
      </pc:sldChg>
      <pc:sldChg chg="mod modShow">
        <pc:chgData name="Yasmine AISSA" userId="c49615ed-9cc6-4a52-85fc-c583af0ddf2f" providerId="ADAL" clId="{B926B871-0419-4A40-812B-AC65033A947E}" dt="2025-07-11T15:19:22.227" v="1962" actId="729"/>
        <pc:sldMkLst>
          <pc:docMk/>
          <pc:sldMk cId="2901287855" sldId="2147482498"/>
        </pc:sldMkLst>
      </pc:sldChg>
      <pc:sldChg chg="mod modShow">
        <pc:chgData name="Yasmine AISSA" userId="c49615ed-9cc6-4a52-85fc-c583af0ddf2f" providerId="ADAL" clId="{B926B871-0419-4A40-812B-AC65033A947E}" dt="2025-07-15T10:19:49.391" v="2144" actId="729"/>
        <pc:sldMkLst>
          <pc:docMk/>
          <pc:sldMk cId="539872588" sldId="2147482499"/>
        </pc:sldMkLst>
      </pc:sldChg>
      <pc:sldChg chg="del">
        <pc:chgData name="Yasmine AISSA" userId="c49615ed-9cc6-4a52-85fc-c583af0ddf2f" providerId="ADAL" clId="{B926B871-0419-4A40-812B-AC65033A947E}" dt="2025-07-11T07:45:42.143" v="9" actId="2696"/>
        <pc:sldMkLst>
          <pc:docMk/>
          <pc:sldMk cId="3571576248" sldId="2147482501"/>
        </pc:sldMkLst>
      </pc:sldChg>
      <pc:sldChg chg="del">
        <pc:chgData name="Yasmine AISSA" userId="c49615ed-9cc6-4a52-85fc-c583af0ddf2f" providerId="ADAL" clId="{B926B871-0419-4A40-812B-AC65033A947E}" dt="2025-07-11T07:46:12.325" v="12" actId="2696"/>
        <pc:sldMkLst>
          <pc:docMk/>
          <pc:sldMk cId="2399831505" sldId="2147482502"/>
        </pc:sldMkLst>
      </pc:sldChg>
      <pc:sldChg chg="add del">
        <pc:chgData name="Yasmine AISSA" userId="c49615ed-9cc6-4a52-85fc-c583af0ddf2f" providerId="ADAL" clId="{B926B871-0419-4A40-812B-AC65033A947E}" dt="2025-07-15T10:03:06.636" v="2089" actId="2696"/>
        <pc:sldMkLst>
          <pc:docMk/>
          <pc:sldMk cId="2499763912" sldId="2147482503"/>
        </pc:sldMkLst>
      </pc:sldChg>
      <pc:sldChg chg="del">
        <pc:chgData name="Yasmine AISSA" userId="c49615ed-9cc6-4a52-85fc-c583af0ddf2f" providerId="ADAL" clId="{B926B871-0419-4A40-812B-AC65033A947E}" dt="2025-07-11T08:26:19.227" v="217" actId="2696"/>
        <pc:sldMkLst>
          <pc:docMk/>
          <pc:sldMk cId="1833900295" sldId="2147482504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1153834335" sldId="2147482505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18092017" sldId="2147482508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513116433" sldId="2147482509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1589277578" sldId="2147482510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3522021940" sldId="2147482512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58657867" sldId="214748251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936184" sldId="2147482516"/>
        </pc:sldMkLst>
      </pc:sldChg>
      <pc:sldChg chg="addSp delSp modSp mod">
        <pc:chgData name="Yasmine AISSA" userId="c49615ed-9cc6-4a52-85fc-c583af0ddf2f" providerId="ADAL" clId="{B926B871-0419-4A40-812B-AC65033A947E}" dt="2025-07-15T10:52:58.833" v="2511" actId="1076"/>
        <pc:sldMkLst>
          <pc:docMk/>
          <pc:sldMk cId="3864399978" sldId="2147482517"/>
        </pc:sldMkLst>
      </pc:sldChg>
      <pc:sldChg chg="modSp mod">
        <pc:chgData name="Yasmine AISSA" userId="c49615ed-9cc6-4a52-85fc-c583af0ddf2f" providerId="ADAL" clId="{B926B871-0419-4A40-812B-AC65033A947E}" dt="2025-07-15T10:25:36.669" v="2162" actId="20577"/>
        <pc:sldMkLst>
          <pc:docMk/>
          <pc:sldMk cId="1445730063" sldId="2147482518"/>
        </pc:sldMkLst>
      </pc:sldChg>
      <pc:sldChg chg="del">
        <pc:chgData name="Yasmine AISSA" userId="c49615ed-9cc6-4a52-85fc-c583af0ddf2f" providerId="ADAL" clId="{B926B871-0419-4A40-812B-AC65033A947E}" dt="2025-07-15T10:03:22.046" v="2090" actId="2696"/>
        <pc:sldMkLst>
          <pc:docMk/>
          <pc:sldMk cId="487709633" sldId="2147482519"/>
        </pc:sldMkLst>
      </pc:sldChg>
      <pc:sldChg chg="addSp delSp modSp del mod">
        <pc:chgData name="Yasmine AISSA" userId="c49615ed-9cc6-4a52-85fc-c583af0ddf2f" providerId="ADAL" clId="{B926B871-0419-4A40-812B-AC65033A947E}" dt="2025-07-11T13:38:47.173" v="1583" actId="2696"/>
        <pc:sldMkLst>
          <pc:docMk/>
          <pc:sldMk cId="1213988119" sldId="2147482520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264126006" sldId="2147482523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317492015" sldId="2147482524"/>
        </pc:sldMkLst>
      </pc:sldChg>
      <pc:sldChg chg="addSp delSp modSp mod ord modShow">
        <pc:chgData name="Yasmine AISSA" userId="c49615ed-9cc6-4a52-85fc-c583af0ddf2f" providerId="ADAL" clId="{B926B871-0419-4A40-812B-AC65033A947E}" dt="2025-07-15T13:04:23.646" v="2780" actId="255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454703528" sldId="2147482528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2107345368" sldId="2147482529"/>
        </pc:sldMkLst>
      </pc:sldChg>
      <pc:sldChg chg="addSp modSp mod ord modShow">
        <pc:chgData name="Yasmine AISSA" userId="c49615ed-9cc6-4a52-85fc-c583af0ddf2f" providerId="ADAL" clId="{B926B871-0419-4A40-812B-AC65033A947E}" dt="2025-07-15T13:20:15.726" v="2803" actId="1076"/>
        <pc:sldMkLst>
          <pc:docMk/>
          <pc:sldMk cId="3387351838" sldId="2147482530"/>
        </pc:sldMkLst>
      </pc:sldChg>
      <pc:sldChg chg="addSp delSp modSp del mod">
        <pc:chgData name="Yasmine AISSA" userId="c49615ed-9cc6-4a52-85fc-c583af0ddf2f" providerId="ADAL" clId="{B926B871-0419-4A40-812B-AC65033A947E}" dt="2025-07-11T13:41:23.229" v="1674" actId="2696"/>
        <pc:sldMkLst>
          <pc:docMk/>
          <pc:sldMk cId="2427981154" sldId="2147482531"/>
        </pc:sldMkLst>
      </pc:sldChg>
      <pc:sldChg chg="addSp delSp modSp del mod">
        <pc:chgData name="Yasmine AISSA" userId="c49615ed-9cc6-4a52-85fc-c583af0ddf2f" providerId="ADAL" clId="{B926B871-0419-4A40-812B-AC65033A947E}" dt="2025-07-11T13:41:51.531" v="1680" actId="2696"/>
        <pc:sldMkLst>
          <pc:docMk/>
          <pc:sldMk cId="2686232559" sldId="2147482532"/>
        </pc:sldMkLst>
      </pc:sldChg>
      <pc:sldChg chg="addSp delSp modSp mod">
        <pc:chgData name="Yasmine AISSA" userId="c49615ed-9cc6-4a52-85fc-c583af0ddf2f" providerId="ADAL" clId="{B926B871-0419-4A40-812B-AC65033A947E}" dt="2025-07-15T10:31:23.045" v="2235" actId="20577"/>
        <pc:sldMkLst>
          <pc:docMk/>
          <pc:sldMk cId="2913223353" sldId="2147482534"/>
        </pc:sldMkLst>
      </pc:sldChg>
      <pc:sldChg chg="addSp delSp modSp del mod">
        <pc:chgData name="Yasmine AISSA" userId="c49615ed-9cc6-4a52-85fc-c583af0ddf2f" providerId="ADAL" clId="{B926B871-0419-4A40-812B-AC65033A947E}" dt="2025-07-11T13:47:00.359" v="1752" actId="2696"/>
        <pc:sldMkLst>
          <pc:docMk/>
          <pc:sldMk cId="3728653431" sldId="2147482535"/>
        </pc:sldMkLst>
      </pc:sldChg>
      <pc:sldChg chg="delSp modSp mod modShow">
        <pc:chgData name="Yasmine AISSA" userId="c49615ed-9cc6-4a52-85fc-c583af0ddf2f" providerId="ADAL" clId="{B926B871-0419-4A40-812B-AC65033A947E}" dt="2025-07-15T10:33:24.541" v="2281" actId="20577"/>
        <pc:sldMkLst>
          <pc:docMk/>
          <pc:sldMk cId="1249032153" sldId="2147482539"/>
        </pc:sldMkLst>
      </pc:sldChg>
      <pc:sldChg chg="del mod modShow">
        <pc:chgData name="Yasmine AISSA" userId="c49615ed-9cc6-4a52-85fc-c583af0ddf2f" providerId="ADAL" clId="{B926B871-0419-4A40-812B-AC65033A947E}" dt="2025-07-11T08:29:15.186" v="231" actId="47"/>
        <pc:sldMkLst>
          <pc:docMk/>
          <pc:sldMk cId="1896308960" sldId="2147482540"/>
        </pc:sldMkLst>
      </pc:sldChg>
      <pc:sldChg chg="del">
        <pc:chgData name="Yasmine AISSA" userId="c49615ed-9cc6-4a52-85fc-c583af0ddf2f" providerId="ADAL" clId="{B926B871-0419-4A40-812B-AC65033A947E}" dt="2025-07-11T08:28:29.844" v="227" actId="2696"/>
        <pc:sldMkLst>
          <pc:docMk/>
          <pc:sldMk cId="3975987300" sldId="2147482541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3013181863" sldId="2147482542"/>
        </pc:sldMkLst>
      </pc:sldChg>
      <pc:sldChg chg="del mod modShow">
        <pc:chgData name="Yasmine AISSA" userId="c49615ed-9cc6-4a52-85fc-c583af0ddf2f" providerId="ADAL" clId="{B926B871-0419-4A40-812B-AC65033A947E}" dt="2025-07-11T08:30:15.751" v="235" actId="47"/>
        <pc:sldMkLst>
          <pc:docMk/>
          <pc:sldMk cId="1146468606" sldId="2147482543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680353883" sldId="2147482544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712893521" sldId="2147482545"/>
        </pc:sldMkLst>
      </pc:sldChg>
      <pc:sldChg chg="modSp mod">
        <pc:chgData name="Yasmine AISSA" userId="c49615ed-9cc6-4a52-85fc-c583af0ddf2f" providerId="ADAL" clId="{B926B871-0419-4A40-812B-AC65033A947E}" dt="2025-07-15T10:51:13.810" v="2496" actId="20577"/>
        <pc:sldMkLst>
          <pc:docMk/>
          <pc:sldMk cId="2889329387" sldId="2147482547"/>
        </pc:sldMkLst>
      </pc:sldChg>
      <pc:sldChg chg="modSp mod modShow">
        <pc:chgData name="Yasmine AISSA" userId="c49615ed-9cc6-4a52-85fc-c583af0ddf2f" providerId="ADAL" clId="{B926B871-0419-4A40-812B-AC65033A947E}" dt="2025-07-15T10:50:50.939" v="2485" actId="20577"/>
        <pc:sldMkLst>
          <pc:docMk/>
          <pc:sldMk cId="3241639735" sldId="2147482548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3147679365" sldId="2147482549"/>
        </pc:sldMkLst>
      </pc:sldChg>
      <pc:sldChg chg="modSp mod">
        <pc:chgData name="Yasmine AISSA" userId="c49615ed-9cc6-4a52-85fc-c583af0ddf2f" providerId="ADAL" clId="{B926B871-0419-4A40-812B-AC65033A947E}" dt="2025-07-15T10:50:21.492" v="2481" actId="20577"/>
        <pc:sldMkLst>
          <pc:docMk/>
          <pc:sldMk cId="2105083939" sldId="2147482550"/>
        </pc:sldMkLst>
      </pc:sldChg>
      <pc:sldChg chg="modSp add del mod modShow">
        <pc:chgData name="Yasmine AISSA" userId="c49615ed-9cc6-4a52-85fc-c583af0ddf2f" providerId="ADAL" clId="{B926B871-0419-4A40-812B-AC65033A947E}" dt="2025-07-15T10:50:43.241" v="2484" actId="1076"/>
        <pc:sldMkLst>
          <pc:docMk/>
          <pc:sldMk cId="948637017" sldId="2147482551"/>
        </pc:sldMkLst>
      </pc:sldChg>
      <pc:sldChg chg="modSp del mod">
        <pc:chgData name="Yasmine AISSA" userId="c49615ed-9cc6-4a52-85fc-c583af0ddf2f" providerId="ADAL" clId="{B926B871-0419-4A40-812B-AC65033A947E}" dt="2025-07-11T14:30:22.871" v="1950" actId="2696"/>
        <pc:sldMkLst>
          <pc:docMk/>
          <pc:sldMk cId="3075192141" sldId="2147482552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112775264" sldId="2147482556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2091693735" sldId="2147482557"/>
        </pc:sldMkLst>
      </pc:sldChg>
      <pc:sldChg chg="del">
        <pc:chgData name="Yasmine AISSA" userId="c49615ed-9cc6-4a52-85fc-c583af0ddf2f" providerId="ADAL" clId="{B926B871-0419-4A40-812B-AC65033A947E}" dt="2025-07-11T07:57:02.277" v="144" actId="47"/>
        <pc:sldMkLst>
          <pc:docMk/>
          <pc:sldMk cId="170334688" sldId="2147482560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557984509" sldId="2147482561"/>
        </pc:sldMkLst>
      </pc:sldChg>
      <pc:sldChg chg="del">
        <pc:chgData name="Yasmine AISSA" userId="c49615ed-9cc6-4a52-85fc-c583af0ddf2f" providerId="ADAL" clId="{B926B871-0419-4A40-812B-AC65033A947E}" dt="2025-07-11T07:56:18.874" v="143" actId="47"/>
        <pc:sldMkLst>
          <pc:docMk/>
          <pc:sldMk cId="1465724338" sldId="2147482562"/>
        </pc:sldMkLst>
      </pc:sldChg>
      <pc:sldChg chg="del">
        <pc:chgData name="Yasmine AISSA" userId="c49615ed-9cc6-4a52-85fc-c583af0ddf2f" providerId="ADAL" clId="{B926B871-0419-4A40-812B-AC65033A947E}" dt="2025-07-11T07:56:11.293" v="142" actId="47"/>
        <pc:sldMkLst>
          <pc:docMk/>
          <pc:sldMk cId="4255554262" sldId="2147482564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3664562981" sldId="2147482565"/>
        </pc:sldMkLst>
      </pc:sldChg>
      <pc:sldChg chg="del">
        <pc:chgData name="Yasmine AISSA" userId="c49615ed-9cc6-4a52-85fc-c583af0ddf2f" providerId="ADAL" clId="{B926B871-0419-4A40-812B-AC65033A947E}" dt="2025-07-11T07:57:15.542" v="145" actId="47"/>
        <pc:sldMkLst>
          <pc:docMk/>
          <pc:sldMk cId="220791958" sldId="2147482566"/>
        </pc:sldMkLst>
      </pc:sldChg>
      <pc:sldChg chg="modSp del mod">
        <pc:chgData name="Yasmine AISSA" userId="c49615ed-9cc6-4a52-85fc-c583af0ddf2f" providerId="ADAL" clId="{B926B871-0419-4A40-812B-AC65033A947E}" dt="2025-07-11T14:21:35.421" v="1903" actId="2696"/>
        <pc:sldMkLst>
          <pc:docMk/>
          <pc:sldMk cId="264377335" sldId="2147482568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3263565397" sldId="2147482570"/>
        </pc:sldMkLst>
      </pc:sldChg>
      <pc:sldChg chg="del">
        <pc:chgData name="Yasmine AISSA" userId="c49615ed-9cc6-4a52-85fc-c583af0ddf2f" providerId="ADAL" clId="{B926B871-0419-4A40-812B-AC65033A947E}" dt="2025-07-11T08:30:01.265" v="233" actId="47"/>
        <pc:sldMkLst>
          <pc:docMk/>
          <pc:sldMk cId="43076246" sldId="2147482571"/>
        </pc:sldMkLst>
      </pc:sldChg>
      <pc:sldChg chg="modSp del mod modShow">
        <pc:chgData name="Yasmine AISSA" userId="c49615ed-9cc6-4a52-85fc-c583af0ddf2f" providerId="ADAL" clId="{B926B871-0419-4A40-812B-AC65033A947E}" dt="2025-07-11T14:20:12.365" v="1893" actId="2696"/>
        <pc:sldMkLst>
          <pc:docMk/>
          <pc:sldMk cId="3797644445" sldId="2147482572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16691557" sldId="2147482573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1619861972" sldId="2147482574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723372123" sldId="2147482575"/>
        </pc:sldMkLst>
      </pc:sldChg>
      <pc:sldChg chg="del">
        <pc:chgData name="Yasmine AISSA" userId="c49615ed-9cc6-4a52-85fc-c583af0ddf2f" providerId="ADAL" clId="{B926B871-0419-4A40-812B-AC65033A947E}" dt="2025-07-11T07:46:03.133" v="10" actId="47"/>
        <pc:sldMkLst>
          <pc:docMk/>
          <pc:sldMk cId="2388140648" sldId="2147482576"/>
        </pc:sldMkLst>
      </pc:sldChg>
      <pc:sldChg chg="del">
        <pc:chgData name="Yasmine AISSA" userId="c49615ed-9cc6-4a52-85fc-c583af0ddf2f" providerId="ADAL" clId="{B926B871-0419-4A40-812B-AC65033A947E}" dt="2025-07-15T10:10:27.154" v="2115" actId="2696"/>
        <pc:sldMkLst>
          <pc:docMk/>
          <pc:sldMk cId="2389620308" sldId="2147482577"/>
        </pc:sldMkLst>
      </pc:sldChg>
      <pc:sldChg chg="del">
        <pc:chgData name="Yasmine AISSA" userId="c49615ed-9cc6-4a52-85fc-c583af0ddf2f" providerId="ADAL" clId="{B926B871-0419-4A40-812B-AC65033A947E}" dt="2025-07-15T10:17:03.477" v="2120" actId="2696"/>
        <pc:sldMkLst>
          <pc:docMk/>
          <pc:sldMk cId="1892054509" sldId="2147482578"/>
        </pc:sldMkLst>
      </pc:sldChg>
      <pc:sldChg chg="del">
        <pc:chgData name="Yasmine AISSA" userId="c49615ed-9cc6-4a52-85fc-c583af0ddf2f" providerId="ADAL" clId="{B926B871-0419-4A40-812B-AC65033A947E}" dt="2025-07-15T10:18:35.018" v="2123" actId="47"/>
        <pc:sldMkLst>
          <pc:docMk/>
          <pc:sldMk cId="1891143888" sldId="2147482579"/>
        </pc:sldMkLst>
      </pc:sldChg>
      <pc:sldChg chg="del">
        <pc:chgData name="Yasmine AISSA" userId="c49615ed-9cc6-4a52-85fc-c583af0ddf2f" providerId="ADAL" clId="{B926B871-0419-4A40-812B-AC65033A947E}" dt="2025-07-15T10:19:14.867" v="2130" actId="47"/>
        <pc:sldMkLst>
          <pc:docMk/>
          <pc:sldMk cId="2900614761" sldId="2147482580"/>
        </pc:sldMkLst>
      </pc:sldChg>
      <pc:sldChg chg="del mod modShow">
        <pc:chgData name="Yasmine AISSA" userId="c49615ed-9cc6-4a52-85fc-c583af0ddf2f" providerId="ADAL" clId="{B926B871-0419-4A40-812B-AC65033A947E}" dt="2025-07-15T10:24:57.922" v="2149" actId="47"/>
        <pc:sldMkLst>
          <pc:docMk/>
          <pc:sldMk cId="200095517" sldId="2147482581"/>
        </pc:sldMkLst>
      </pc:sldChg>
      <pc:sldChg chg="del">
        <pc:chgData name="Yasmine AISSA" userId="c49615ed-9cc6-4a52-85fc-c583af0ddf2f" providerId="ADAL" clId="{B926B871-0419-4A40-812B-AC65033A947E}" dt="2025-07-15T10:22:38.948" v="2147" actId="2696"/>
        <pc:sldMkLst>
          <pc:docMk/>
          <pc:sldMk cId="2542858977" sldId="2147482582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B926B871-0419-4A40-812B-AC65033A947E}" dt="2025-07-11T07:56:04.710" v="141" actId="47"/>
        <pc:sldMkLst>
          <pc:docMk/>
          <pc:sldMk cId="4089209576" sldId="2147482585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963400826" sldId="2147482588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3614671441" sldId="2147482589"/>
        </pc:sldMkLst>
      </pc:sldChg>
      <pc:sldChg chg="modSp add del mod ord">
        <pc:chgData name="Yasmine AISSA" userId="c49615ed-9cc6-4a52-85fc-c583af0ddf2f" providerId="ADAL" clId="{B926B871-0419-4A40-812B-AC65033A947E}" dt="2025-07-15T12:31:40.513" v="2529" actId="1076"/>
        <pc:sldMkLst>
          <pc:docMk/>
          <pc:sldMk cId="4084907256" sldId="2147482590"/>
        </pc:sldMkLst>
      </pc:sldChg>
      <pc:sldChg chg="del mod modShow">
        <pc:chgData name="Yasmine AISSA" userId="c49615ed-9cc6-4a52-85fc-c583af0ddf2f" providerId="ADAL" clId="{B926B871-0419-4A40-812B-AC65033A947E}" dt="2025-07-11T08:34:48.589" v="242" actId="2696"/>
        <pc:sldMkLst>
          <pc:docMk/>
          <pc:sldMk cId="2709754494" sldId="2147482591"/>
        </pc:sldMkLst>
      </pc:sldChg>
      <pc:sldChg chg="del mod modShow">
        <pc:chgData name="Yasmine AISSA" userId="c49615ed-9cc6-4a52-85fc-c583af0ddf2f" providerId="ADAL" clId="{B926B871-0419-4A40-812B-AC65033A947E}" dt="2025-07-11T15:19:32.041" v="1964" actId="2696"/>
        <pc:sldMkLst>
          <pc:docMk/>
          <pc:sldMk cId="888161446" sldId="2147482592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134676857" sldId="2147482593"/>
        </pc:sldMkLst>
      </pc:sldChg>
      <pc:sldChg chg="modSp mod">
        <pc:chgData name="Yasmine AISSA" userId="c49615ed-9cc6-4a52-85fc-c583af0ddf2f" providerId="ADAL" clId="{B926B871-0419-4A40-812B-AC65033A947E}" dt="2025-07-15T10:51:27.800" v="2498" actId="20577"/>
        <pc:sldMkLst>
          <pc:docMk/>
          <pc:sldMk cId="2829010350" sldId="2147482596"/>
        </pc:sldMkLst>
      </pc:sldChg>
      <pc:sldChg chg="modSp mod modShow">
        <pc:chgData name="Yasmine AISSA" userId="c49615ed-9cc6-4a52-85fc-c583af0ddf2f" providerId="ADAL" clId="{B926B871-0419-4A40-812B-AC65033A947E}" dt="2025-07-15T13:58:28.972" v="2826" actId="729"/>
        <pc:sldMkLst>
          <pc:docMk/>
          <pc:sldMk cId="3053716332" sldId="2147482597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1194223412" sldId="2147482599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4057079096" sldId="2147482600"/>
        </pc:sldMkLst>
      </pc:sldChg>
      <pc:sldChg chg="del mod modShow">
        <pc:chgData name="Yasmine AISSA" userId="c49615ed-9cc6-4a52-85fc-c583af0ddf2f" providerId="ADAL" clId="{B926B871-0419-4A40-812B-AC65033A947E}" dt="2025-07-11T08:04:34.013" v="164" actId="47"/>
        <pc:sldMkLst>
          <pc:docMk/>
          <pc:sldMk cId="91987161" sldId="2147482601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2477065706" sldId="2147482604"/>
        </pc:sldMkLst>
      </pc:sldChg>
      <pc:sldChg chg="del">
        <pc:chgData name="Yasmine AISSA" userId="c49615ed-9cc6-4a52-85fc-c583af0ddf2f" providerId="ADAL" clId="{B926B871-0419-4A40-812B-AC65033A947E}" dt="2025-07-11T08:29:05.162" v="229" actId="47"/>
        <pc:sldMkLst>
          <pc:docMk/>
          <pc:sldMk cId="1991982842" sldId="2147482605"/>
        </pc:sldMkLst>
      </pc:sldChg>
      <pc:sldChg chg="del">
        <pc:chgData name="Yasmine AISSA" userId="c49615ed-9cc6-4a52-85fc-c583af0ddf2f" providerId="ADAL" clId="{B926B871-0419-4A40-812B-AC65033A947E}" dt="2025-07-11T07:55:54.289" v="140" actId="47"/>
        <pc:sldMkLst>
          <pc:docMk/>
          <pc:sldMk cId="3179885721" sldId="2147482606"/>
        </pc:sldMkLst>
      </pc:sldChg>
      <pc:sldChg chg="del">
        <pc:chgData name="Yasmine AISSA" userId="c49615ed-9cc6-4a52-85fc-c583af0ddf2f" providerId="ADAL" clId="{B926B871-0419-4A40-812B-AC65033A947E}" dt="2025-07-11T08:30:15.751" v="235" actId="47"/>
        <pc:sldMkLst>
          <pc:docMk/>
          <pc:sldMk cId="1199835042" sldId="2147482607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2022033923" sldId="2147482608"/>
        </pc:sldMkLst>
      </pc:sldChg>
      <pc:sldChg chg="del">
        <pc:chgData name="Yasmine AISSA" userId="c49615ed-9cc6-4a52-85fc-c583af0ddf2f" providerId="ADAL" clId="{B926B871-0419-4A40-812B-AC65033A947E}" dt="2025-07-11T08:09:03.093" v="208" actId="2696"/>
        <pc:sldMkLst>
          <pc:docMk/>
          <pc:sldMk cId="3256440991" sldId="2147482609"/>
        </pc:sldMkLst>
      </pc:sldChg>
      <pc:sldChg chg="modSp mod">
        <pc:chgData name="Yasmine AISSA" userId="c49615ed-9cc6-4a52-85fc-c583af0ddf2f" providerId="ADAL" clId="{B926B871-0419-4A40-812B-AC65033A947E}" dt="2025-07-15T10:49:26.365" v="2467" actId="20577"/>
        <pc:sldMkLst>
          <pc:docMk/>
          <pc:sldMk cId="2389248835" sldId="2147482610"/>
        </pc:sldMkLst>
      </pc:sldChg>
      <pc:sldChg chg="modSp mod">
        <pc:chgData name="Yasmine AISSA" userId="c49615ed-9cc6-4a52-85fc-c583af0ddf2f" providerId="ADAL" clId="{B926B871-0419-4A40-812B-AC65033A947E}" dt="2025-07-15T10:49:08.034" v="2462" actId="20577"/>
        <pc:sldMkLst>
          <pc:docMk/>
          <pc:sldMk cId="2597721776" sldId="2147482611"/>
        </pc:sldMkLst>
      </pc:sldChg>
      <pc:sldChg chg="modSp mod modShow">
        <pc:chgData name="Yasmine AISSA" userId="c49615ed-9cc6-4a52-85fc-c583af0ddf2f" providerId="ADAL" clId="{B926B871-0419-4A40-812B-AC65033A947E}" dt="2025-07-15T13:58:38.669" v="2827" actId="729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B926B871-0419-4A40-812B-AC65033A947E}" dt="2025-07-11T07:54:37.706" v="139" actId="2696"/>
        <pc:sldMkLst>
          <pc:docMk/>
          <pc:sldMk cId="3008791396" sldId="2147482613"/>
        </pc:sldMkLst>
      </pc:sldChg>
      <pc:sldChg chg="del mod modShow">
        <pc:chgData name="Yasmine AISSA" userId="c49615ed-9cc6-4a52-85fc-c583af0ddf2f" providerId="ADAL" clId="{B926B871-0419-4A40-812B-AC65033A947E}" dt="2025-07-11T08:04:36.745" v="165" actId="47"/>
        <pc:sldMkLst>
          <pc:docMk/>
          <pc:sldMk cId="1917245751" sldId="2147482614"/>
        </pc:sldMkLst>
      </pc:sldChg>
      <pc:sldChg chg="add del">
        <pc:chgData name="Yasmine AISSA" userId="c49615ed-9cc6-4a52-85fc-c583af0ddf2f" providerId="ADAL" clId="{B926B871-0419-4A40-812B-AC65033A947E}" dt="2025-07-11T08:13:32.385" v="214" actId="47"/>
        <pc:sldMkLst>
          <pc:docMk/>
          <pc:sldMk cId="2369346932" sldId="2147482615"/>
        </pc:sldMkLst>
      </pc:sldChg>
      <pc:sldChg chg="modSp mod modShow">
        <pc:chgData name="Yasmine AISSA" userId="c49615ed-9cc6-4a52-85fc-c583af0ddf2f" providerId="ADAL" clId="{B926B871-0419-4A40-812B-AC65033A947E}" dt="2025-07-15T14:06:53.204" v="2850" actId="729"/>
        <pc:sldMkLst>
          <pc:docMk/>
          <pc:sldMk cId="2142893685" sldId="2147482616"/>
        </pc:sldMkLst>
      </pc:sldChg>
      <pc:sldChg chg="modSp mod">
        <pc:chgData name="Yasmine AISSA" userId="c49615ed-9cc6-4a52-85fc-c583af0ddf2f" providerId="ADAL" clId="{B926B871-0419-4A40-812B-AC65033A947E}" dt="2025-07-15T10:25:49.757" v="2170" actId="20577"/>
        <pc:sldMkLst>
          <pc:docMk/>
          <pc:sldMk cId="385506026" sldId="2147482618"/>
        </pc:sldMkLst>
      </pc:sldChg>
      <pc:sldChg chg="del mod modShow">
        <pc:chgData name="Yasmine AISSA" userId="c49615ed-9cc6-4a52-85fc-c583af0ddf2f" providerId="ADAL" clId="{B926B871-0419-4A40-812B-AC65033A947E}" dt="2025-07-15T10:24:38.866" v="2148" actId="2696"/>
        <pc:sldMkLst>
          <pc:docMk/>
          <pc:sldMk cId="3606437562" sldId="2147482619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332854758" sldId="2147482620"/>
        </pc:sldMkLst>
      </pc:sldChg>
      <pc:sldChg chg="add del mod modShow">
        <pc:chgData name="Yasmine AISSA" userId="c49615ed-9cc6-4a52-85fc-c583af0ddf2f" providerId="ADAL" clId="{B926B871-0419-4A40-812B-AC65033A947E}" dt="2025-07-21T09:35:23" v="2865"/>
        <pc:sldMkLst>
          <pc:docMk/>
          <pc:sldMk cId="1912174299" sldId="2147482621"/>
        </pc:sldMkLst>
      </pc:sldChg>
      <pc:sldChg chg="addSp delSp add del mod setBg delDesignElem modShow">
        <pc:chgData name="Yasmine AISSA" userId="c49615ed-9cc6-4a52-85fc-c583af0ddf2f" providerId="ADAL" clId="{B926B871-0419-4A40-812B-AC65033A947E}" dt="2025-07-21T09:35:23" v="2865"/>
        <pc:sldMkLst>
          <pc:docMk/>
          <pc:sldMk cId="3932954260" sldId="2147482622"/>
        </pc:sldMkLst>
      </pc:sldChg>
      <pc:sldChg chg="modSp mod modShow">
        <pc:chgData name="Yasmine AISSA" userId="c49615ed-9cc6-4a52-85fc-c583af0ddf2f" providerId="ADAL" clId="{B926B871-0419-4A40-812B-AC65033A947E}" dt="2025-07-15T10:47:35.053" v="2459" actId="20577"/>
        <pc:sldMkLst>
          <pc:docMk/>
          <pc:sldMk cId="1406195659" sldId="2147482623"/>
        </pc:sldMkLst>
      </pc:sldChg>
      <pc:sldChg chg="modSp mod modShow">
        <pc:chgData name="Yasmine AISSA" userId="c49615ed-9cc6-4a52-85fc-c583af0ddf2f" providerId="ADAL" clId="{B926B871-0419-4A40-812B-AC65033A947E}" dt="2025-07-15T10:34:04.031" v="2314" actId="1076"/>
        <pc:sldMkLst>
          <pc:docMk/>
          <pc:sldMk cId="2826836844" sldId="2147482624"/>
        </pc:sldMkLst>
      </pc:sldChg>
      <pc:sldChg chg="modSp del mod modShow">
        <pc:chgData name="Yasmine AISSA" userId="c49615ed-9cc6-4a52-85fc-c583af0ddf2f" providerId="ADAL" clId="{B926B871-0419-4A40-812B-AC65033A947E}" dt="2025-07-11T13:55:36.731" v="1867" actId="2696"/>
        <pc:sldMkLst>
          <pc:docMk/>
          <pc:sldMk cId="2591406338" sldId="2147482625"/>
        </pc:sldMkLst>
      </pc:sldChg>
      <pc:sldChg chg="addSp delSp modSp mod modShow">
        <pc:chgData name="Yasmine AISSA" userId="c49615ed-9cc6-4a52-85fc-c583af0ddf2f" providerId="ADAL" clId="{B926B871-0419-4A40-812B-AC65033A947E}" dt="2025-07-15T10:33:47.350" v="2308" actId="1076"/>
        <pc:sldMkLst>
          <pc:docMk/>
          <pc:sldMk cId="4086416848" sldId="2147482626"/>
        </pc:sldMkLst>
      </pc:sldChg>
      <pc:sldChg chg="modSp mod modShow">
        <pc:chgData name="Yasmine AISSA" userId="c49615ed-9cc6-4a52-85fc-c583af0ddf2f" providerId="ADAL" clId="{B926B871-0419-4A40-812B-AC65033A947E}" dt="2025-07-15T13:56:50.822" v="2823" actId="729"/>
        <pc:sldMkLst>
          <pc:docMk/>
          <pc:sldMk cId="3706885681" sldId="2147482627"/>
        </pc:sldMkLst>
      </pc:sldChg>
      <pc:sldChg chg="del mod modShow">
        <pc:chgData name="Yasmine AISSA" userId="c49615ed-9cc6-4a52-85fc-c583af0ddf2f" providerId="ADAL" clId="{B926B871-0419-4A40-812B-AC65033A947E}" dt="2025-07-11T08:30:01.265" v="233" actId="47"/>
        <pc:sldMkLst>
          <pc:docMk/>
          <pc:sldMk cId="3489436192" sldId="2147482628"/>
        </pc:sldMkLst>
      </pc:sldChg>
      <pc:sldChg chg="add del mod modShow">
        <pc:chgData name="Yasmine AISSA" userId="c49615ed-9cc6-4a52-85fc-c583af0ddf2f" providerId="ADAL" clId="{B926B871-0419-4A40-812B-AC65033A947E}" dt="2025-07-21T09:36:18.259" v="2869"/>
        <pc:sldMkLst>
          <pc:docMk/>
          <pc:sldMk cId="1453806796" sldId="2147482629"/>
        </pc:sldMkLst>
      </pc:sldChg>
      <pc:sldChg chg="add del mod modShow">
        <pc:chgData name="Yasmine AISSA" userId="c49615ed-9cc6-4a52-85fc-c583af0ddf2f" providerId="ADAL" clId="{B926B871-0419-4A40-812B-AC65033A947E}" dt="2025-07-21T09:35:56.875" v="2868"/>
        <pc:sldMkLst>
          <pc:docMk/>
          <pc:sldMk cId="2842374480" sldId="2147482630"/>
        </pc:sldMkLst>
      </pc:sldChg>
      <pc:sldChg chg="modSp mod">
        <pc:chgData name="Yasmine AISSA" userId="c49615ed-9cc6-4a52-85fc-c583af0ddf2f" providerId="ADAL" clId="{B926B871-0419-4A40-812B-AC65033A947E}" dt="2025-07-15T10:45:21.091" v="2443" actId="20577"/>
        <pc:sldMkLst>
          <pc:docMk/>
          <pc:sldMk cId="2934060295" sldId="2147482631"/>
        </pc:sldMkLst>
      </pc:sldChg>
      <pc:sldChg chg="addSp delSp modSp mod modShow">
        <pc:chgData name="Yasmine AISSA" userId="c49615ed-9cc6-4a52-85fc-c583af0ddf2f" providerId="ADAL" clId="{B926B871-0419-4A40-812B-AC65033A947E}" dt="2025-07-15T12:27:42.718" v="2523" actId="1076"/>
        <pc:sldMkLst>
          <pc:docMk/>
          <pc:sldMk cId="3378406177" sldId="2147482632"/>
        </pc:sldMkLst>
      </pc:sldChg>
      <pc:sldChg chg="addSp delSp modSp add mod">
        <pc:chgData name="Yasmine AISSA" userId="c49615ed-9cc6-4a52-85fc-c583af0ddf2f" providerId="ADAL" clId="{B926B871-0419-4A40-812B-AC65033A947E}" dt="2025-07-15T10:28:57.358" v="2205" actId="1076"/>
        <pc:sldMkLst>
          <pc:docMk/>
          <pc:sldMk cId="548572405" sldId="2147482633"/>
        </pc:sldMkLst>
      </pc:sldChg>
      <pc:sldChg chg="addSp modSp add mod">
        <pc:chgData name="Yasmine AISSA" userId="c49615ed-9cc6-4a52-85fc-c583af0ddf2f" providerId="ADAL" clId="{B926B871-0419-4A40-812B-AC65033A947E}" dt="2025-07-15T12:21:13.354" v="2517" actId="1076"/>
        <pc:sldMkLst>
          <pc:docMk/>
          <pc:sldMk cId="2032420262" sldId="2147482634"/>
        </pc:sldMkLst>
      </pc:sldChg>
      <pc:sldChg chg="addSp modSp add mod">
        <pc:chgData name="Yasmine AISSA" userId="c49615ed-9cc6-4a52-85fc-c583af0ddf2f" providerId="ADAL" clId="{B926B871-0419-4A40-812B-AC65033A947E}" dt="2025-07-15T10:30:57.510" v="2230" actId="20577"/>
        <pc:sldMkLst>
          <pc:docMk/>
          <pc:sldMk cId="3072628558" sldId="2147482635"/>
        </pc:sldMkLst>
      </pc:sldChg>
      <pc:sldChg chg="addSp modSp add mod">
        <pc:chgData name="Yasmine AISSA" userId="c49615ed-9cc6-4a52-85fc-c583af0ddf2f" providerId="ADAL" clId="{B926B871-0419-4A40-812B-AC65033A947E}" dt="2025-07-15T10:32:43.732" v="2253" actId="20577"/>
        <pc:sldMkLst>
          <pc:docMk/>
          <pc:sldMk cId="2024774482" sldId="2147482636"/>
        </pc:sldMkLst>
      </pc:sldChg>
      <pc:sldChg chg="addSp modSp add mod">
        <pc:chgData name="Yasmine AISSA" userId="c49615ed-9cc6-4a52-85fc-c583af0ddf2f" providerId="ADAL" clId="{B926B871-0419-4A40-812B-AC65033A947E}" dt="2025-07-15T10:34:46.572" v="2340" actId="1037"/>
        <pc:sldMkLst>
          <pc:docMk/>
          <pc:sldMk cId="3903996569" sldId="2147482637"/>
        </pc:sldMkLst>
      </pc:sldChg>
      <pc:sldChg chg="addSp modSp add mod">
        <pc:chgData name="Yasmine AISSA" userId="c49615ed-9cc6-4a52-85fc-c583af0ddf2f" providerId="ADAL" clId="{B926B871-0419-4A40-812B-AC65033A947E}" dt="2025-07-15T12:30:26.485" v="2525" actId="1037"/>
        <pc:sldMkLst>
          <pc:docMk/>
          <pc:sldMk cId="505270672" sldId="2147482638"/>
        </pc:sldMkLst>
      </pc:sldChg>
      <pc:sldChg chg="addSp modSp add mod">
        <pc:chgData name="Yasmine AISSA" userId="c49615ed-9cc6-4a52-85fc-c583af0ddf2f" providerId="ADAL" clId="{B926B871-0419-4A40-812B-AC65033A947E}" dt="2025-07-15T10:52:09.918" v="2508" actId="1076"/>
        <pc:sldMkLst>
          <pc:docMk/>
          <pc:sldMk cId="1032640612" sldId="2147482639"/>
        </pc:sldMkLst>
      </pc:sldChg>
      <pc:sldChg chg="addSp delSp modSp add mod">
        <pc:chgData name="Yasmine AISSA" userId="c49615ed-9cc6-4a52-85fc-c583af0ddf2f" providerId="ADAL" clId="{B926B871-0419-4A40-812B-AC65033A947E}" dt="2025-07-15T10:47:16.275" v="2454" actId="1076"/>
        <pc:sldMkLst>
          <pc:docMk/>
          <pc:sldMk cId="137478425" sldId="2147482640"/>
        </pc:sldMkLst>
      </pc:sldChg>
      <pc:sldChg chg="modSp add del mod">
        <pc:chgData name="Yasmine AISSA" userId="c49615ed-9cc6-4a52-85fc-c583af0ddf2f" providerId="ADAL" clId="{B926B871-0419-4A40-812B-AC65033A947E}" dt="2025-07-15T10:45:03.591" v="2439" actId="2696"/>
        <pc:sldMkLst>
          <pc:docMk/>
          <pc:sldMk cId="1705227739" sldId="2147482641"/>
        </pc:sldMkLst>
      </pc:sldChg>
      <pc:sldChg chg="addSp modSp add mod">
        <pc:chgData name="Yasmine AISSA" userId="c49615ed-9cc6-4a52-85fc-c583af0ddf2f" providerId="ADAL" clId="{B926B871-0419-4A40-812B-AC65033A947E}" dt="2025-07-15T10:44:36.332" v="2438" actId="20577"/>
        <pc:sldMkLst>
          <pc:docMk/>
          <pc:sldMk cId="482464989" sldId="2147482642"/>
        </pc:sldMkLst>
      </pc:sldChg>
      <pc:sldChg chg="modSp new mod modShow">
        <pc:chgData name="Yasmine AISSA" userId="c49615ed-9cc6-4a52-85fc-c583af0ddf2f" providerId="ADAL" clId="{B926B871-0419-4A40-812B-AC65033A947E}" dt="2025-07-15T12:30:35.611" v="2526" actId="729"/>
        <pc:sldMkLst>
          <pc:docMk/>
          <pc:sldMk cId="3019325207" sldId="2147482643"/>
        </pc:sldMkLst>
      </pc:sldChg>
      <pc:sldChg chg="new del">
        <pc:chgData name="Yasmine AISSA" userId="c49615ed-9cc6-4a52-85fc-c583af0ddf2f" providerId="ADAL" clId="{B926B871-0419-4A40-812B-AC65033A947E}" dt="2025-07-15T09:12:35.020" v="2085" actId="680"/>
        <pc:sldMkLst>
          <pc:docMk/>
          <pc:sldMk cId="3288516220" sldId="2147482643"/>
        </pc:sldMkLst>
      </pc:sldChg>
      <pc:sldChg chg="add">
        <pc:chgData name="Yasmine AISSA" userId="c49615ed-9cc6-4a52-85fc-c583af0ddf2f" providerId="ADAL" clId="{B926B871-0419-4A40-812B-AC65033A947E}" dt="2025-07-15T10:40:04.144" v="2401" actId="2890"/>
        <pc:sldMkLst>
          <pc:docMk/>
          <pc:sldMk cId="4186051456" sldId="2147482644"/>
        </pc:sldMkLst>
      </pc:sldChg>
      <pc:sldChg chg="addSp delSp modSp add mod modShow">
        <pc:chgData name="Yasmine AISSA" userId="c49615ed-9cc6-4a52-85fc-c583af0ddf2f" providerId="ADAL" clId="{B926B871-0419-4A40-812B-AC65033A947E}" dt="2025-07-15T13:04:44.634" v="2781" actId="729"/>
        <pc:sldMkLst>
          <pc:docMk/>
          <pc:sldMk cId="1091974974" sldId="2147482645"/>
        </pc:sldMkLst>
      </pc:sldChg>
      <pc:sldChg chg="add del">
        <pc:chgData name="Yasmine AISSA" userId="c49615ed-9cc6-4a52-85fc-c583af0ddf2f" providerId="ADAL" clId="{B926B871-0419-4A40-812B-AC65033A947E}" dt="2025-07-21T09:35:29.787" v="2866" actId="2696"/>
        <pc:sldMkLst>
          <pc:docMk/>
          <pc:sldMk cId="243902312" sldId="2147482646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2641430066" sldId="2147482647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089912581" sldId="2147482648"/>
        </pc:sldMkLst>
      </pc:sldChg>
      <pc:sldChg chg="delSp add del setBg delDesignElem">
        <pc:chgData name="Yasmine AISSA" userId="c49615ed-9cc6-4a52-85fc-c583af0ddf2f" providerId="ADAL" clId="{B926B871-0419-4A40-812B-AC65033A947E}" dt="2025-07-21T09:35:29.787" v="2866" actId="2696"/>
        <pc:sldMkLst>
          <pc:docMk/>
          <pc:sldMk cId="3118829435" sldId="2147482649"/>
        </pc:sldMkLst>
      </pc:sldChg>
      <pc:sldChg chg="add del">
        <pc:chgData name="Yasmine AISSA" userId="c49615ed-9cc6-4a52-85fc-c583af0ddf2f" providerId="ADAL" clId="{B926B871-0419-4A40-812B-AC65033A947E}" dt="2025-07-21T09:34:42.725" v="2861"/>
        <pc:sldMkLst>
          <pc:docMk/>
          <pc:sldMk cId="1333841121" sldId="2147482650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113949248" sldId="2147482651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1353177444" sldId="2147482652"/>
        </pc:sldMkLst>
      </pc:sldChg>
      <pc:sldChg chg="addSp delSp add del setBg delDesignElem">
        <pc:chgData name="Yasmine AISSA" userId="c49615ed-9cc6-4a52-85fc-c583af0ddf2f" providerId="ADAL" clId="{B926B871-0419-4A40-812B-AC65033A947E}" dt="2025-07-21T09:34:42.725" v="2861"/>
        <pc:sldMkLst>
          <pc:docMk/>
          <pc:sldMk cId="3454913897" sldId="2147482653"/>
        </pc:sldMkLst>
      </pc:sldChg>
    </pc:docChg>
  </pc:docChgLst>
  <pc:docChgLst>
    <pc:chgData name="Yasmine AISSA" userId="c49615ed-9cc6-4a52-85fc-c583af0ddf2f" providerId="ADAL" clId="{C1E26B80-9E14-4479-9694-990F20F05C7F}"/>
    <pc:docChg chg="undo custSel addSld delSld modSld sldOrd">
      <pc:chgData name="Yasmine AISSA" userId="c49615ed-9cc6-4a52-85fc-c583af0ddf2f" providerId="ADAL" clId="{C1E26B80-9E14-4479-9694-990F20F05C7F}" dt="2025-11-04T14:43:22.197" v="1735" actId="20577"/>
      <pc:docMkLst>
        <pc:docMk/>
      </pc:docMkLst>
      <pc:sldChg chg="del">
        <pc:chgData name="Yasmine AISSA" userId="c49615ed-9cc6-4a52-85fc-c583af0ddf2f" providerId="ADAL" clId="{C1E26B80-9E14-4479-9694-990F20F05C7F}" dt="2025-10-02T12:59:14.774" v="935" actId="47"/>
        <pc:sldMkLst>
          <pc:docMk/>
          <pc:sldMk cId="3784089036" sldId="256"/>
        </pc:sldMkLst>
      </pc:sldChg>
      <pc:sldChg chg="modSp mod">
        <pc:chgData name="Yasmine AISSA" userId="c49615ed-9cc6-4a52-85fc-c583af0ddf2f" providerId="ADAL" clId="{C1E26B80-9E14-4479-9694-990F20F05C7F}" dt="2025-10-30T13:28:50.677" v="1244" actId="20577"/>
        <pc:sldMkLst>
          <pc:docMk/>
          <pc:sldMk cId="0" sldId="263"/>
        </pc:sldMkLst>
        <pc:spChg chg="mod">
          <ac:chgData name="Yasmine AISSA" userId="c49615ed-9cc6-4a52-85fc-c583af0ddf2f" providerId="ADAL" clId="{C1E26B80-9E14-4479-9694-990F20F05C7F}" dt="2025-10-30T13:28:50.677" v="1244" actId="20577"/>
          <ac:spMkLst>
            <pc:docMk/>
            <pc:sldMk cId="0" sldId="263"/>
            <ac:spMk id="4" creationId="{42CAF016-717A-AD95-5291-C0F4D2AC35DF}"/>
          </ac:spMkLst>
        </pc:spChg>
      </pc:sldChg>
      <pc:sldChg chg="del">
        <pc:chgData name="Yasmine AISSA" userId="c49615ed-9cc6-4a52-85fc-c583af0ddf2f" providerId="ADAL" clId="{C1E26B80-9E14-4479-9694-990F20F05C7F}" dt="2025-10-02T13:00:03.220" v="989" actId="47"/>
        <pc:sldMkLst>
          <pc:docMk/>
          <pc:sldMk cId="589344379" sldId="2147482420"/>
        </pc:sldMkLst>
      </pc:sldChg>
      <pc:sldChg chg="del">
        <pc:chgData name="Yasmine AISSA" userId="c49615ed-9cc6-4a52-85fc-c583af0ddf2f" providerId="ADAL" clId="{C1E26B80-9E14-4479-9694-990F20F05C7F}" dt="2025-10-02T12:59:12.368" v="906" actId="47"/>
        <pc:sldMkLst>
          <pc:docMk/>
          <pc:sldMk cId="2381479601" sldId="2147482451"/>
        </pc:sldMkLst>
      </pc:sldChg>
      <pc:sldChg chg="del">
        <pc:chgData name="Yasmine AISSA" userId="c49615ed-9cc6-4a52-85fc-c583af0ddf2f" providerId="ADAL" clId="{C1E26B80-9E14-4479-9694-990F20F05C7F}" dt="2025-10-02T12:59:13.160" v="919" actId="47"/>
        <pc:sldMkLst>
          <pc:docMk/>
          <pc:sldMk cId="420943782" sldId="2147482452"/>
        </pc:sldMkLst>
      </pc:sldChg>
      <pc:sldChg chg="del">
        <pc:chgData name="Yasmine AISSA" userId="c49615ed-9cc6-4a52-85fc-c583af0ddf2f" providerId="ADAL" clId="{C1E26B80-9E14-4479-9694-990F20F05C7F}" dt="2025-10-02T12:59:13.343" v="925" actId="47"/>
        <pc:sldMkLst>
          <pc:docMk/>
          <pc:sldMk cId="2784782344" sldId="2147482455"/>
        </pc:sldMkLst>
      </pc:sldChg>
      <pc:sldChg chg="modSp del mod ord">
        <pc:chgData name="Yasmine AISSA" userId="c49615ed-9cc6-4a52-85fc-c583af0ddf2f" providerId="ADAL" clId="{C1E26B80-9E14-4479-9694-990F20F05C7F}" dt="2025-09-17T12:58:37.075" v="227" actId="47"/>
        <pc:sldMkLst>
          <pc:docMk/>
          <pc:sldMk cId="1902261105" sldId="2147482463"/>
        </pc:sldMkLst>
      </pc:sldChg>
      <pc:sldChg chg="del">
        <pc:chgData name="Yasmine AISSA" userId="c49615ed-9cc6-4a52-85fc-c583af0ddf2f" providerId="ADAL" clId="{C1E26B80-9E14-4479-9694-990F20F05C7F}" dt="2025-10-02T12:59:13.400" v="926" actId="47"/>
        <pc:sldMkLst>
          <pc:docMk/>
          <pc:sldMk cId="2789704366" sldId="2147482464"/>
        </pc:sldMkLst>
      </pc:sldChg>
      <pc:sldChg chg="del">
        <pc:chgData name="Yasmine AISSA" userId="c49615ed-9cc6-4a52-85fc-c583af0ddf2f" providerId="ADAL" clId="{C1E26B80-9E14-4479-9694-990F20F05C7F}" dt="2025-10-02T12:59:14.225" v="933" actId="47"/>
        <pc:sldMkLst>
          <pc:docMk/>
          <pc:sldMk cId="1281640377" sldId="2147482465"/>
        </pc:sldMkLst>
      </pc:sldChg>
      <pc:sldChg chg="del">
        <pc:chgData name="Yasmine AISSA" userId="c49615ed-9cc6-4a52-85fc-c583af0ddf2f" providerId="ADAL" clId="{C1E26B80-9E14-4479-9694-990F20F05C7F}" dt="2025-10-02T12:59:12.921" v="912" actId="47"/>
        <pc:sldMkLst>
          <pc:docMk/>
          <pc:sldMk cId="2260850067" sldId="2147482468"/>
        </pc:sldMkLst>
      </pc:sldChg>
      <pc:sldChg chg="del">
        <pc:chgData name="Yasmine AISSA" userId="c49615ed-9cc6-4a52-85fc-c583af0ddf2f" providerId="ADAL" clId="{C1E26B80-9E14-4479-9694-990F20F05C7F}" dt="2025-10-02T12:59:12.671" v="909" actId="47"/>
        <pc:sldMkLst>
          <pc:docMk/>
          <pc:sldMk cId="2335165579" sldId="2147482470"/>
        </pc:sldMkLst>
      </pc:sldChg>
      <pc:sldChg chg="del">
        <pc:chgData name="Yasmine AISSA" userId="c49615ed-9cc6-4a52-85fc-c583af0ddf2f" providerId="ADAL" clId="{C1E26B80-9E14-4479-9694-990F20F05C7F}" dt="2025-10-02T13:00:26.912" v="993" actId="47"/>
        <pc:sldMkLst>
          <pc:docMk/>
          <pc:sldMk cId="1539061140" sldId="2147482472"/>
        </pc:sldMkLst>
      </pc:sldChg>
      <pc:sldChg chg="del">
        <pc:chgData name="Yasmine AISSA" userId="c49615ed-9cc6-4a52-85fc-c583af0ddf2f" providerId="ADAL" clId="{C1E26B80-9E14-4479-9694-990F20F05C7F}" dt="2025-10-02T12:59:12.192" v="901" actId="47"/>
        <pc:sldMkLst>
          <pc:docMk/>
          <pc:sldMk cId="1670965933" sldId="2147482487"/>
        </pc:sldMkLst>
      </pc:sldChg>
      <pc:sldChg chg="del">
        <pc:chgData name="Yasmine AISSA" userId="c49615ed-9cc6-4a52-85fc-c583af0ddf2f" providerId="ADAL" clId="{C1E26B80-9E14-4479-9694-990F20F05C7F}" dt="2025-10-02T12:59:10.785" v="893" actId="47"/>
        <pc:sldMkLst>
          <pc:docMk/>
          <pc:sldMk cId="176091799" sldId="2147482493"/>
        </pc:sldMkLst>
      </pc:sldChg>
      <pc:sldChg chg="del">
        <pc:chgData name="Yasmine AISSA" userId="c49615ed-9cc6-4a52-85fc-c583af0ddf2f" providerId="ADAL" clId="{C1E26B80-9E14-4479-9694-990F20F05C7F}" dt="2025-10-02T12:59:12.239" v="903" actId="47"/>
        <pc:sldMkLst>
          <pc:docMk/>
          <pc:sldMk cId="2003063576" sldId="2147482497"/>
        </pc:sldMkLst>
      </pc:sldChg>
      <pc:sldChg chg="del">
        <pc:chgData name="Yasmine AISSA" userId="c49615ed-9cc6-4a52-85fc-c583af0ddf2f" providerId="ADAL" clId="{C1E26B80-9E14-4479-9694-990F20F05C7F}" dt="2025-10-02T12:59:11.128" v="896" actId="47"/>
        <pc:sldMkLst>
          <pc:docMk/>
          <pc:sldMk cId="2901287855" sldId="2147482498"/>
        </pc:sldMkLst>
      </pc:sldChg>
      <pc:sldChg chg="del">
        <pc:chgData name="Yasmine AISSA" userId="c49615ed-9cc6-4a52-85fc-c583af0ddf2f" providerId="ADAL" clId="{C1E26B80-9E14-4479-9694-990F20F05C7F}" dt="2025-10-02T12:59:13.097" v="916" actId="47"/>
        <pc:sldMkLst>
          <pc:docMk/>
          <pc:sldMk cId="539872588" sldId="2147482499"/>
        </pc:sldMkLst>
      </pc:sldChg>
      <pc:sldChg chg="modSp add del mod">
        <pc:chgData name="Yasmine AISSA" userId="c49615ed-9cc6-4a52-85fc-c583af0ddf2f" providerId="ADAL" clId="{C1E26B80-9E14-4479-9694-990F20F05C7F}" dt="2025-10-10T12:35:18.090" v="1100" actId="47"/>
        <pc:sldMkLst>
          <pc:docMk/>
          <pc:sldMk cId="3864399978" sldId="2147482517"/>
        </pc:sldMkLst>
      </pc:sldChg>
      <pc:sldChg chg="addSp delSp modSp add del mod">
        <pc:chgData name="Yasmine AISSA" userId="c49615ed-9cc6-4a52-85fc-c583af0ddf2f" providerId="ADAL" clId="{C1E26B80-9E14-4479-9694-990F20F05C7F}" dt="2025-11-04T14:42:00.715" v="1711" actId="20577"/>
        <pc:sldMkLst>
          <pc:docMk/>
          <pc:sldMk cId="1445730063" sldId="2147482518"/>
        </pc:sldMkLst>
        <pc:spChg chg="mod">
          <ac:chgData name="Yasmine AISSA" userId="c49615ed-9cc6-4a52-85fc-c583af0ddf2f" providerId="ADAL" clId="{C1E26B80-9E14-4479-9694-990F20F05C7F}" dt="2025-11-04T14:42:00.715" v="1711" actId="20577"/>
          <ac:spMkLst>
            <pc:docMk/>
            <pc:sldMk cId="1445730063" sldId="2147482518"/>
            <ac:spMk id="2" creationId="{82BA65AD-58D6-AA95-7815-8EAC9E023D1D}"/>
          </ac:spMkLst>
        </pc:spChg>
        <pc:spChg chg="mod">
          <ac:chgData name="Yasmine AISSA" userId="c49615ed-9cc6-4a52-85fc-c583af0ddf2f" providerId="ADAL" clId="{C1E26B80-9E14-4479-9694-990F20F05C7F}" dt="2025-11-04T08:52:07.935" v="1283" actId="20577"/>
          <ac:spMkLst>
            <pc:docMk/>
            <pc:sldMk cId="1445730063" sldId="2147482518"/>
            <ac:spMk id="4" creationId="{F01A3736-64E6-8F6B-A476-D87E8F651935}"/>
          </ac:spMkLst>
        </pc:spChg>
        <pc:spChg chg="mod">
          <ac:chgData name="Yasmine AISSA" userId="c49615ed-9cc6-4a52-85fc-c583af0ddf2f" providerId="ADAL" clId="{C1E26B80-9E14-4479-9694-990F20F05C7F}" dt="2025-10-10T12:34:47.013" v="1089" actId="20577"/>
          <ac:spMkLst>
            <pc:docMk/>
            <pc:sldMk cId="1445730063" sldId="2147482518"/>
            <ac:spMk id="6" creationId="{6998B906-5A07-15E1-81E3-35AA3928E090}"/>
          </ac:spMkLst>
        </pc:spChg>
        <pc:spChg chg="mod">
          <ac:chgData name="Yasmine AISSA" userId="c49615ed-9cc6-4a52-85fc-c583af0ddf2f" providerId="ADAL" clId="{C1E26B80-9E14-4479-9694-990F20F05C7F}" dt="2025-10-10T12:34:42.134" v="1086" actId="20577"/>
          <ac:spMkLst>
            <pc:docMk/>
            <pc:sldMk cId="1445730063" sldId="2147482518"/>
            <ac:spMk id="7" creationId="{D53D10A0-ED3C-0C82-54CF-450705145693}"/>
          </ac:spMkLst>
        </pc:spChg>
        <pc:spChg chg="mod">
          <ac:chgData name="Yasmine AISSA" userId="c49615ed-9cc6-4a52-85fc-c583af0ddf2f" providerId="ADAL" clId="{C1E26B80-9E14-4479-9694-990F20F05C7F}" dt="2025-10-10T12:35:51.959" v="1145" actId="20577"/>
          <ac:spMkLst>
            <pc:docMk/>
            <pc:sldMk cId="1445730063" sldId="2147482518"/>
            <ac:spMk id="8" creationId="{9B4D0AB9-747B-8924-C53B-B7EA78D5DAB9}"/>
          </ac:spMkLst>
        </pc:spChg>
        <pc:spChg chg="add mod">
          <ac:chgData name="Yasmine AISSA" userId="c49615ed-9cc6-4a52-85fc-c583af0ddf2f" providerId="ADAL" clId="{C1E26B80-9E14-4479-9694-990F20F05C7F}" dt="2025-10-15T13:07:11.463" v="1155" actId="207"/>
          <ac:spMkLst>
            <pc:docMk/>
            <pc:sldMk cId="1445730063" sldId="2147482518"/>
            <ac:spMk id="10" creationId="{8094D693-A649-EFAF-F30C-83E1AD923031}"/>
          </ac:spMkLst>
        </pc:spChg>
        <pc:spChg chg="add mod">
          <ac:chgData name="Yasmine AISSA" userId="c49615ed-9cc6-4a52-85fc-c583af0ddf2f" providerId="ADAL" clId="{C1E26B80-9E14-4479-9694-990F20F05C7F}" dt="2025-10-15T13:07:15.800" v="1156" actId="207"/>
          <ac:spMkLst>
            <pc:docMk/>
            <pc:sldMk cId="1445730063" sldId="2147482518"/>
            <ac:spMk id="11" creationId="{1307E5D1-3D01-9F6E-8F4F-684F492E3C39}"/>
          </ac:spMkLst>
        </pc:spChg>
        <pc:spChg chg="add mod">
          <ac:chgData name="Yasmine AISSA" userId="c49615ed-9cc6-4a52-85fc-c583af0ddf2f" providerId="ADAL" clId="{C1E26B80-9E14-4479-9694-990F20F05C7F}" dt="2025-10-15T13:08:02.396" v="1166" actId="207"/>
          <ac:spMkLst>
            <pc:docMk/>
            <pc:sldMk cId="1445730063" sldId="2147482518"/>
            <ac:spMk id="12" creationId="{C12EACBC-F4AB-6ECA-AA06-32D8EB5D2D4A}"/>
          </ac:spMkLst>
        </pc:spChg>
        <pc:spChg chg="add mod">
          <ac:chgData name="Yasmine AISSA" userId="c49615ed-9cc6-4a52-85fc-c583af0ddf2f" providerId="ADAL" clId="{C1E26B80-9E14-4479-9694-990F20F05C7F}" dt="2025-10-15T13:07:54.875" v="1164" actId="207"/>
          <ac:spMkLst>
            <pc:docMk/>
            <pc:sldMk cId="1445730063" sldId="2147482518"/>
            <ac:spMk id="13" creationId="{B6AA4C82-D82C-DEFB-1F77-50AEBF9ABBCC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4" creationId="{52BC43AB-7394-6281-2CD1-63CCD1ECB037}"/>
          </ac:spMkLst>
        </pc:spChg>
        <pc:spChg chg="add mod">
          <ac:chgData name="Yasmine AISSA" userId="c49615ed-9cc6-4a52-85fc-c583af0ddf2f" providerId="ADAL" clId="{C1E26B80-9E14-4479-9694-990F20F05C7F}" dt="2025-10-10T12:34:28.864" v="1082" actId="1076"/>
          <ac:spMkLst>
            <pc:docMk/>
            <pc:sldMk cId="1445730063" sldId="2147482518"/>
            <ac:spMk id="15" creationId="{47D684F2-CC6D-B3C9-CC6C-C90B542D7D51}"/>
          </ac:spMkLst>
        </pc:spChg>
        <pc:spChg chg="add mod">
          <ac:chgData name="Yasmine AISSA" userId="c49615ed-9cc6-4a52-85fc-c583af0ddf2f" providerId="ADAL" clId="{C1E26B80-9E14-4479-9694-990F20F05C7F}" dt="2025-10-15T13:07:03.445" v="1154" actId="207"/>
          <ac:spMkLst>
            <pc:docMk/>
            <pc:sldMk cId="1445730063" sldId="2147482518"/>
            <ac:spMk id="16" creationId="{4000F295-6306-F532-959F-02D6A488AD64}"/>
          </ac:spMkLst>
        </pc:spChg>
        <pc:spChg chg="add mod">
          <ac:chgData name="Yasmine AISSA" userId="c49615ed-9cc6-4a52-85fc-c583af0ddf2f" providerId="ADAL" clId="{C1E26B80-9E14-4479-9694-990F20F05C7F}" dt="2025-10-15T13:07:58.246" v="1165" actId="207"/>
          <ac:spMkLst>
            <pc:docMk/>
            <pc:sldMk cId="1445730063" sldId="2147482518"/>
            <ac:spMk id="17" creationId="{F57C9BB7-CDB3-E71A-1F34-628958B555D6}"/>
          </ac:spMkLst>
        </pc:spChg>
        <pc:spChg chg="add mod">
          <ac:chgData name="Yasmine AISSA" userId="c49615ed-9cc6-4a52-85fc-c583af0ddf2f" providerId="ADAL" clId="{C1E26B80-9E14-4479-9694-990F20F05C7F}" dt="2025-10-31T09:18:01.528" v="1261" actId="20577"/>
          <ac:spMkLst>
            <pc:docMk/>
            <pc:sldMk cId="1445730063" sldId="2147482518"/>
            <ac:spMk id="18" creationId="{7D24B473-3441-75E9-5931-132943AE1E90}"/>
          </ac:spMkLst>
        </pc:spChg>
        <pc:spChg chg="add mod">
          <ac:chgData name="Yasmine AISSA" userId="c49615ed-9cc6-4a52-85fc-c583af0ddf2f" providerId="ADAL" clId="{C1E26B80-9E14-4479-9694-990F20F05C7F}" dt="2025-10-31T13:41:14.300" v="1265" actId="20577"/>
          <ac:spMkLst>
            <pc:docMk/>
            <pc:sldMk cId="1445730063" sldId="2147482518"/>
            <ac:spMk id="19" creationId="{ED205BDB-966C-465F-B95D-DA23463B3D4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22" creationId="{F0C0E378-238D-CF37-252B-FB9BA569A504}"/>
          </ac:spMkLst>
        </pc:spChg>
        <pc:spChg chg="mod">
          <ac:chgData name="Yasmine AISSA" userId="c49615ed-9cc6-4a52-85fc-c583af0ddf2f" providerId="ADAL" clId="{C1E26B80-9E14-4479-9694-990F20F05C7F}" dt="2025-10-10T12:34:37.371" v="1084" actId="20577"/>
          <ac:spMkLst>
            <pc:docMk/>
            <pc:sldMk cId="1445730063" sldId="2147482518"/>
            <ac:spMk id="25" creationId="{6475E2AB-25C7-A228-E7F8-948E8D491796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38" creationId="{ECFB2F85-F6B5-3541-8622-50DE6E8B0065}"/>
          </ac:spMkLst>
        </pc:spChg>
        <pc:spChg chg="mod">
          <ac:chgData name="Yasmine AISSA" userId="c49615ed-9cc6-4a52-85fc-c583af0ddf2f" providerId="ADAL" clId="{C1E26B80-9E14-4479-9694-990F20F05C7F}" dt="2025-10-10T12:34:34.238" v="1083" actId="1076"/>
          <ac:spMkLst>
            <pc:docMk/>
            <pc:sldMk cId="1445730063" sldId="2147482518"/>
            <ac:spMk id="48" creationId="{E8B365DD-07F0-78AA-3A59-A9DE0909394B}"/>
          </ac:spMkLst>
        </pc:spChg>
        <pc:spChg chg="mod">
          <ac:chgData name="Yasmine AISSA" userId="c49615ed-9cc6-4a52-85fc-c583af0ddf2f" providerId="ADAL" clId="{C1E26B80-9E14-4479-9694-990F20F05C7F}" dt="2025-10-10T12:34:45.395" v="1088" actId="20577"/>
          <ac:spMkLst>
            <pc:docMk/>
            <pc:sldMk cId="1445730063" sldId="2147482518"/>
            <ac:spMk id="53" creationId="{E89DEFED-9F28-18CE-DD79-76C09B485721}"/>
          </ac:spMkLst>
        </pc:spChg>
      </pc:sldChg>
      <pc:sldChg chg="del">
        <pc:chgData name="Yasmine AISSA" userId="c49615ed-9cc6-4a52-85fc-c583af0ddf2f" providerId="ADAL" clId="{C1E26B80-9E14-4479-9694-990F20F05C7F}" dt="2025-10-02T12:59:15.802" v="937" actId="47"/>
        <pc:sldMkLst>
          <pc:docMk/>
          <pc:sldMk cId="4049638838" sldId="2147482525"/>
        </pc:sldMkLst>
      </pc:sldChg>
      <pc:sldChg chg="del">
        <pc:chgData name="Yasmine AISSA" userId="c49615ed-9cc6-4a52-85fc-c583af0ddf2f" providerId="ADAL" clId="{C1E26B80-9E14-4479-9694-990F20F05C7F}" dt="2025-10-02T12:59:14.395" v="934" actId="47"/>
        <pc:sldMkLst>
          <pc:docMk/>
          <pc:sldMk cId="3387351838" sldId="2147482530"/>
        </pc:sldMkLst>
      </pc:sldChg>
      <pc:sldChg chg="modSp add del mod">
        <pc:chgData name="Yasmine AISSA" userId="c49615ed-9cc6-4a52-85fc-c583af0ddf2f" providerId="ADAL" clId="{C1E26B80-9E14-4479-9694-990F20F05C7F}" dt="2025-10-10T12:35:18.648" v="1101" actId="47"/>
        <pc:sldMkLst>
          <pc:docMk/>
          <pc:sldMk cId="1683726170" sldId="2147482532"/>
        </pc:sldMkLst>
      </pc:sldChg>
      <pc:sldChg chg="addSp delSp modSp add mod">
        <pc:chgData name="Yasmine AISSA" userId="c49615ed-9cc6-4a52-85fc-c583af0ddf2f" providerId="ADAL" clId="{C1E26B80-9E14-4479-9694-990F20F05C7F}" dt="2025-11-04T14:41:53.741" v="1698" actId="20577"/>
        <pc:sldMkLst>
          <pc:docMk/>
          <pc:sldMk cId="277286655" sldId="2147482533"/>
        </pc:sldMkLst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3" creationId="{2FD611A0-15EF-B4EF-4E1D-9A9A44C26706}"/>
          </ac:spMkLst>
        </pc:spChg>
        <pc:spChg chg="mod">
          <ac:chgData name="Yasmine AISSA" userId="c49615ed-9cc6-4a52-85fc-c583af0ddf2f" providerId="ADAL" clId="{C1E26B80-9E14-4479-9694-990F20F05C7F}" dt="2025-11-04T08:52:01.919" v="1274" actId="20577"/>
          <ac:spMkLst>
            <pc:docMk/>
            <pc:sldMk cId="277286655" sldId="2147482533"/>
            <ac:spMk id="4" creationId="{605C4F24-C0D3-D8A4-4A07-09025D3625B0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6" creationId="{0487D19F-1836-F7C5-AA3C-70B83B12E70C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7" creationId="{F78BFECA-35A7-3952-D0D3-4C4790A3BA0D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9" creationId="{8891686C-ABAD-70A6-7C59-37E44BF72CC3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1" creationId="{50EE8C1B-8817-6191-CEAA-7BD203323ED3}"/>
          </ac:spMkLst>
        </pc:spChg>
        <pc:spChg chg="mod">
          <ac:chgData name="Yasmine AISSA" userId="c49615ed-9cc6-4a52-85fc-c583af0ddf2f" providerId="ADAL" clId="{C1E26B80-9E14-4479-9694-990F20F05C7F}" dt="2025-10-10T12:33:21.756" v="1067" actId="20577"/>
          <ac:spMkLst>
            <pc:docMk/>
            <pc:sldMk cId="277286655" sldId="2147482533"/>
            <ac:spMk id="12" creationId="{15EB093F-3859-DD65-1AEA-C6212D612C79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13" creationId="{8DFB0924-12AC-F997-0B77-A4FAD0987D96}"/>
          </ac:spMkLst>
        </pc:spChg>
        <pc:spChg chg="mod">
          <ac:chgData name="Yasmine AISSA" userId="c49615ed-9cc6-4a52-85fc-c583af0ddf2f" providerId="ADAL" clId="{C1E26B80-9E14-4479-9694-990F20F05C7F}" dt="2025-10-10T12:33:17.624" v="1065" actId="20577"/>
          <ac:spMkLst>
            <pc:docMk/>
            <pc:sldMk cId="277286655" sldId="2147482533"/>
            <ac:spMk id="14" creationId="{434DF538-E9F0-0B44-F589-4C4181D1DC85}"/>
          </ac:spMkLst>
        </pc:spChg>
        <pc:spChg chg="mod">
          <ac:chgData name="Yasmine AISSA" userId="c49615ed-9cc6-4a52-85fc-c583af0ddf2f" providerId="ADAL" clId="{C1E26B80-9E14-4479-9694-990F20F05C7F}" dt="2025-10-10T12:33:23.899" v="1068" actId="20577"/>
          <ac:spMkLst>
            <pc:docMk/>
            <pc:sldMk cId="277286655" sldId="2147482533"/>
            <ac:spMk id="18" creationId="{0864B921-D628-B035-C269-AF31B6F214E2}"/>
          </ac:spMkLst>
        </pc:spChg>
        <pc:spChg chg="mod">
          <ac:chgData name="Yasmine AISSA" userId="c49615ed-9cc6-4a52-85fc-c583af0ddf2f" providerId="ADAL" clId="{C1E26B80-9E14-4479-9694-990F20F05C7F}" dt="2025-10-10T12:33:26.215" v="1069" actId="20577"/>
          <ac:spMkLst>
            <pc:docMk/>
            <pc:sldMk cId="277286655" sldId="2147482533"/>
            <ac:spMk id="20" creationId="{9B7B3ABC-6992-3752-38B4-91E939E95DE2}"/>
          </ac:spMkLst>
        </pc:spChg>
        <pc:spChg chg="mod">
          <ac:chgData name="Yasmine AISSA" userId="c49615ed-9cc6-4a52-85fc-c583af0ddf2f" providerId="ADAL" clId="{C1E26B80-9E14-4479-9694-990F20F05C7F}" dt="2025-10-10T12:33:28.189" v="1070" actId="20577"/>
          <ac:spMkLst>
            <pc:docMk/>
            <pc:sldMk cId="277286655" sldId="2147482533"/>
            <ac:spMk id="21" creationId="{05145C4F-87FD-E168-A336-D1720BED76AB}"/>
          </ac:spMkLst>
        </pc:spChg>
        <pc:spChg chg="mod">
          <ac:chgData name="Yasmine AISSA" userId="c49615ed-9cc6-4a52-85fc-c583af0ddf2f" providerId="ADAL" clId="{C1E26B80-9E14-4479-9694-990F20F05C7F}" dt="2025-11-04T14:41:53.741" v="1698" actId="20577"/>
          <ac:spMkLst>
            <pc:docMk/>
            <pc:sldMk cId="277286655" sldId="2147482533"/>
            <ac:spMk id="22" creationId="{3F0C018C-4817-0181-3947-A844488E1C3B}"/>
          </ac:spMkLst>
        </pc:spChg>
        <pc:spChg chg="add mod">
          <ac:chgData name="Yasmine AISSA" userId="c49615ed-9cc6-4a52-85fc-c583af0ddf2f" providerId="ADAL" clId="{C1E26B80-9E14-4479-9694-990F20F05C7F}" dt="2025-10-16T13:58:21.140" v="1168"/>
          <ac:spMkLst>
            <pc:docMk/>
            <pc:sldMk cId="277286655" sldId="2147482533"/>
            <ac:spMk id="23" creationId="{BF7B5E32-AC53-FF22-17C2-62CD54BC61BA}"/>
          </ac:spMkLst>
        </pc:spChg>
        <pc:spChg chg="mod">
          <ac:chgData name="Yasmine AISSA" userId="c49615ed-9cc6-4a52-85fc-c583af0ddf2f" providerId="ADAL" clId="{C1E26B80-9E14-4479-9694-990F20F05C7F}" dt="2025-10-10T12:33:30.271" v="1071" actId="20577"/>
          <ac:spMkLst>
            <pc:docMk/>
            <pc:sldMk cId="277286655" sldId="2147482533"/>
            <ac:spMk id="24" creationId="{B3D83494-E176-ED6E-7A8D-E990E1DE6604}"/>
          </ac:spMkLst>
        </pc:spChg>
        <pc:spChg chg="add mod">
          <ac:chgData name="Yasmine AISSA" userId="c49615ed-9cc6-4a52-85fc-c583af0ddf2f" providerId="ADAL" clId="{C1E26B80-9E14-4479-9694-990F20F05C7F}" dt="2025-10-17T07:42:51.203" v="1169" actId="14100"/>
          <ac:spMkLst>
            <pc:docMk/>
            <pc:sldMk cId="277286655" sldId="2147482533"/>
            <ac:spMk id="25" creationId="{CAA6D7A8-92F7-0AFD-DF8E-D060716EE594}"/>
          </ac:spMkLst>
        </pc:spChg>
        <pc:spChg chg="mod">
          <ac:chgData name="Yasmine AISSA" userId="c49615ed-9cc6-4a52-85fc-c583af0ddf2f" providerId="ADAL" clId="{C1E26B80-9E14-4479-9694-990F20F05C7F}" dt="2025-10-17T07:42:58.996" v="1171" actId="14100"/>
          <ac:spMkLst>
            <pc:docMk/>
            <pc:sldMk cId="277286655" sldId="2147482533"/>
            <ac:spMk id="26" creationId="{EC5DF12C-6ADE-ED2F-A129-E1124BB014E2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7" creationId="{36B8C32A-10F3-AABC-47C3-F57F9790D536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8" creationId="{28F645B7-87F0-063E-C7B7-0E7204423537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29" creationId="{58548204-8463-017A-5B00-A150C1ACE85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0" creationId="{972E7E6F-B8DA-80BB-0979-A84CE5A38F1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1" creationId="{DD34F4E2-18A7-A3E6-AC08-68098503A2BB}"/>
          </ac:spMkLst>
        </pc:spChg>
        <pc:spChg chg="mod">
          <ac:chgData name="Yasmine AISSA" userId="c49615ed-9cc6-4a52-85fc-c583af0ddf2f" providerId="ADAL" clId="{C1E26B80-9E14-4479-9694-990F20F05C7F}" dt="2025-10-17T13:03:07.683" v="1241" actId="1037"/>
          <ac:spMkLst>
            <pc:docMk/>
            <pc:sldMk cId="277286655" sldId="2147482533"/>
            <ac:spMk id="32" creationId="{0331207E-2426-D839-E53D-7F7202CEC9FF}"/>
          </ac:spMkLst>
        </pc:spChg>
        <pc:spChg chg="add mod">
          <ac:chgData name="Yasmine AISSA" userId="c49615ed-9cc6-4a52-85fc-c583af0ddf2f" providerId="ADAL" clId="{C1E26B80-9E14-4479-9694-990F20F05C7F}" dt="2025-10-17T07:42:53.732" v="1170" actId="14100"/>
          <ac:spMkLst>
            <pc:docMk/>
            <pc:sldMk cId="277286655" sldId="2147482533"/>
            <ac:spMk id="33" creationId="{50C04745-4579-1D45-4641-64DEAF39FF0D}"/>
          </ac:spMkLst>
        </pc:spChg>
        <pc:spChg chg="add mod">
          <ac:chgData name="Yasmine AISSA" userId="c49615ed-9cc6-4a52-85fc-c583af0ddf2f" providerId="ADAL" clId="{C1E26B80-9E14-4479-9694-990F20F05C7F}" dt="2025-10-17T07:43:12.889" v="1174" actId="14100"/>
          <ac:spMkLst>
            <pc:docMk/>
            <pc:sldMk cId="277286655" sldId="2147482533"/>
            <ac:spMk id="34" creationId="{44FBCC95-45D7-55B5-0FF0-33FE36C06E29}"/>
          </ac:spMkLst>
        </pc:spChg>
        <pc:spChg chg="add mod">
          <ac:chgData name="Yasmine AISSA" userId="c49615ed-9cc6-4a52-85fc-c583af0ddf2f" providerId="ADAL" clId="{C1E26B80-9E14-4479-9694-990F20F05C7F}" dt="2025-10-17T13:03:14.428" v="1242" actId="1036"/>
          <ac:spMkLst>
            <pc:docMk/>
            <pc:sldMk cId="277286655" sldId="2147482533"/>
            <ac:spMk id="37" creationId="{A689E069-C1D1-30F8-8A68-11B873A785A4}"/>
          </ac:spMkLst>
        </pc:spChg>
        <pc:spChg chg="mod">
          <ac:chgData name="Yasmine AISSA" userId="c49615ed-9cc6-4a52-85fc-c583af0ddf2f" providerId="ADAL" clId="{C1E26B80-9E14-4479-9694-990F20F05C7F}" dt="2025-10-10T12:33:20.119" v="1066" actId="20577"/>
          <ac:spMkLst>
            <pc:docMk/>
            <pc:sldMk cId="277286655" sldId="2147482533"/>
            <ac:spMk id="52" creationId="{13F455FD-E88D-7405-991E-37B0C6E19242}"/>
          </ac:spMkLst>
        </pc:spChg>
        <pc:spChg chg="mod">
          <ac:chgData name="Yasmine AISSA" userId="c49615ed-9cc6-4a52-85fc-c583af0ddf2f" providerId="ADAL" clId="{C1E26B80-9E14-4479-9694-990F20F05C7F}" dt="2025-10-10T12:36:04.572" v="1146" actId="20577"/>
          <ac:spMkLst>
            <pc:docMk/>
            <pc:sldMk cId="277286655" sldId="2147482533"/>
            <ac:spMk id="56" creationId="{382BC159-8C69-90AA-C743-30D6C1510E82}"/>
          </ac:spMkLst>
        </pc:spChg>
      </pc:sldChg>
      <pc:sldChg chg="modSp add mod">
        <pc:chgData name="Yasmine AISSA" userId="c49615ed-9cc6-4a52-85fc-c583af0ddf2f" providerId="ADAL" clId="{C1E26B80-9E14-4479-9694-990F20F05C7F}" dt="2025-11-04T14:42:04.312" v="1712" actId="20577"/>
        <pc:sldMkLst>
          <pc:docMk/>
          <pc:sldMk cId="2775542638" sldId="2147482534"/>
        </pc:sldMkLst>
        <pc:spChg chg="mod">
          <ac:chgData name="Yasmine AISSA" userId="c49615ed-9cc6-4a52-85fc-c583af0ddf2f" providerId="ADAL" clId="{C1E26B80-9E14-4479-9694-990F20F05C7F}" dt="2025-11-04T08:52:14.659" v="1305" actId="20577"/>
          <ac:spMkLst>
            <pc:docMk/>
            <pc:sldMk cId="2775542638" sldId="2147482534"/>
            <ac:spMk id="4" creationId="{87C15B7A-A756-EA84-FDBD-69B5FC3C705D}"/>
          </ac:spMkLst>
        </pc:spChg>
        <pc:spChg chg="mod">
          <ac:chgData name="Yasmine AISSA" userId="c49615ed-9cc6-4a52-85fc-c583af0ddf2f" providerId="ADAL" clId="{C1E26B80-9E14-4479-9694-990F20F05C7F}" dt="2025-11-04T14:42:04.312" v="1712" actId="20577"/>
          <ac:spMkLst>
            <pc:docMk/>
            <pc:sldMk cId="2775542638" sldId="2147482534"/>
            <ac:spMk id="22" creationId="{91C938DA-03F5-3ADB-812A-D80FA91C069B}"/>
          </ac:spMkLst>
        </pc:spChg>
      </pc:sldChg>
      <pc:sldChg chg="del">
        <pc:chgData name="Yasmine AISSA" userId="c49615ed-9cc6-4a52-85fc-c583af0ddf2f" providerId="ADAL" clId="{C1E26B80-9E14-4479-9694-990F20F05C7F}" dt="2025-09-17T10:35:34.525" v="101" actId="47"/>
        <pc:sldMkLst>
          <pc:docMk/>
          <pc:sldMk cId="2913223353" sldId="2147482534"/>
        </pc:sldMkLst>
      </pc:sldChg>
      <pc:sldChg chg="modSp add mod">
        <pc:chgData name="Yasmine AISSA" userId="c49615ed-9cc6-4a52-85fc-c583af0ddf2f" providerId="ADAL" clId="{C1E26B80-9E14-4479-9694-990F20F05C7F}" dt="2025-11-04T14:42:07.087" v="1713" actId="20577"/>
        <pc:sldMkLst>
          <pc:docMk/>
          <pc:sldMk cId="3928151762" sldId="2147482535"/>
        </pc:sldMkLst>
        <pc:spChg chg="mod">
          <ac:chgData name="Yasmine AISSA" userId="c49615ed-9cc6-4a52-85fc-c583af0ddf2f" providerId="ADAL" clId="{C1E26B80-9E14-4479-9694-990F20F05C7F}" dt="2025-11-04T14:42:07.087" v="1713" actId="20577"/>
          <ac:spMkLst>
            <pc:docMk/>
            <pc:sldMk cId="3928151762" sldId="2147482535"/>
            <ac:spMk id="2" creationId="{A62987D4-DE86-DB8A-42E2-4DA007EBEBA2}"/>
          </ac:spMkLst>
        </pc:spChg>
        <pc:spChg chg="mod">
          <ac:chgData name="Yasmine AISSA" userId="c49615ed-9cc6-4a52-85fc-c583af0ddf2f" providerId="ADAL" clId="{C1E26B80-9E14-4479-9694-990F20F05C7F}" dt="2025-11-04T08:52:21.799" v="1327" actId="20577"/>
          <ac:spMkLst>
            <pc:docMk/>
            <pc:sldMk cId="3928151762" sldId="2147482535"/>
            <ac:spMk id="4" creationId="{0CD511E5-95F9-CE83-94CE-A1010F728D38}"/>
          </ac:spMkLst>
        </pc:spChg>
      </pc:sldChg>
      <pc:sldChg chg="modSp add mod">
        <pc:chgData name="Yasmine AISSA" userId="c49615ed-9cc6-4a52-85fc-c583af0ddf2f" providerId="ADAL" clId="{C1E26B80-9E14-4479-9694-990F20F05C7F}" dt="2025-11-04T14:42:10.480" v="1714" actId="20577"/>
        <pc:sldMkLst>
          <pc:docMk/>
          <pc:sldMk cId="4266084981" sldId="2147482536"/>
        </pc:sldMkLst>
        <pc:spChg chg="mod">
          <ac:chgData name="Yasmine AISSA" userId="c49615ed-9cc6-4a52-85fc-c583af0ddf2f" providerId="ADAL" clId="{C1E26B80-9E14-4479-9694-990F20F05C7F}" dt="2025-11-04T08:52:27.648" v="1332" actId="20577"/>
          <ac:spMkLst>
            <pc:docMk/>
            <pc:sldMk cId="4266084981" sldId="2147482536"/>
            <ac:spMk id="4" creationId="{B4C15374-82F5-2DD8-FDCC-947A378FF87E}"/>
          </ac:spMkLst>
        </pc:spChg>
        <pc:spChg chg="mod">
          <ac:chgData name="Yasmine AISSA" userId="c49615ed-9cc6-4a52-85fc-c583af0ddf2f" providerId="ADAL" clId="{C1E26B80-9E14-4479-9694-990F20F05C7F}" dt="2025-11-04T14:42:10.480" v="1714" actId="20577"/>
          <ac:spMkLst>
            <pc:docMk/>
            <pc:sldMk cId="4266084981" sldId="2147482536"/>
            <ac:spMk id="22" creationId="{F972D801-6A2E-1501-B465-BC8B69F4290A}"/>
          </ac:spMkLst>
        </pc:spChg>
      </pc:sldChg>
      <pc:sldChg chg="modSp add mod">
        <pc:chgData name="Yasmine AISSA" userId="c49615ed-9cc6-4a52-85fc-c583af0ddf2f" providerId="ADAL" clId="{C1E26B80-9E14-4479-9694-990F20F05C7F}" dt="2025-11-04T14:42:15.186" v="1715" actId="20577"/>
        <pc:sldMkLst>
          <pc:docMk/>
          <pc:sldMk cId="3085822655" sldId="2147482537"/>
        </pc:sldMkLst>
        <pc:spChg chg="mod">
          <ac:chgData name="Yasmine AISSA" userId="c49615ed-9cc6-4a52-85fc-c583af0ddf2f" providerId="ADAL" clId="{C1E26B80-9E14-4479-9694-990F20F05C7F}" dt="2025-11-04T14:42:15.186" v="1715" actId="20577"/>
          <ac:spMkLst>
            <pc:docMk/>
            <pc:sldMk cId="3085822655" sldId="2147482537"/>
            <ac:spMk id="2" creationId="{1BE9AB41-AA15-BD13-AD53-B4946837A216}"/>
          </ac:spMkLst>
        </pc:spChg>
        <pc:spChg chg="mod">
          <ac:chgData name="Yasmine AISSA" userId="c49615ed-9cc6-4a52-85fc-c583af0ddf2f" providerId="ADAL" clId="{C1E26B80-9E14-4479-9694-990F20F05C7F}" dt="2025-11-04T08:52:32.101" v="1337" actId="20577"/>
          <ac:spMkLst>
            <pc:docMk/>
            <pc:sldMk cId="3085822655" sldId="2147482537"/>
            <ac:spMk id="4" creationId="{CFEB52AD-5CB4-71C2-9E75-6E11E5D01AB5}"/>
          </ac:spMkLst>
        </pc:spChg>
      </pc:sldChg>
      <pc:sldChg chg="modSp add mod">
        <pc:chgData name="Yasmine AISSA" userId="c49615ed-9cc6-4a52-85fc-c583af0ddf2f" providerId="ADAL" clId="{C1E26B80-9E14-4479-9694-990F20F05C7F}" dt="2025-11-04T14:42:19.999" v="1716" actId="20577"/>
        <pc:sldMkLst>
          <pc:docMk/>
          <pc:sldMk cId="829187157" sldId="2147482538"/>
        </pc:sldMkLst>
        <pc:spChg chg="mod">
          <ac:chgData name="Yasmine AISSA" userId="c49615ed-9cc6-4a52-85fc-c583af0ddf2f" providerId="ADAL" clId="{C1E26B80-9E14-4479-9694-990F20F05C7F}" dt="2025-11-04T08:54:28.820" v="1353" actId="20577"/>
          <ac:spMkLst>
            <pc:docMk/>
            <pc:sldMk cId="829187157" sldId="2147482538"/>
            <ac:spMk id="4" creationId="{DC4BF21F-C898-35CC-DE07-4BA9F8A711F8}"/>
          </ac:spMkLst>
        </pc:spChg>
        <pc:spChg chg="mod">
          <ac:chgData name="Yasmine AISSA" userId="c49615ed-9cc6-4a52-85fc-c583af0ddf2f" providerId="ADAL" clId="{C1E26B80-9E14-4479-9694-990F20F05C7F}" dt="2025-11-04T14:42:19.999" v="1716" actId="20577"/>
          <ac:spMkLst>
            <pc:docMk/>
            <pc:sldMk cId="829187157" sldId="2147482538"/>
            <ac:spMk id="22" creationId="{1C6F3E8E-84F8-B289-7F02-ED9582E8D020}"/>
          </ac:spMkLst>
        </pc:spChg>
      </pc:sldChg>
      <pc:sldChg chg="del">
        <pc:chgData name="Yasmine AISSA" userId="c49615ed-9cc6-4a52-85fc-c583af0ddf2f" providerId="ADAL" clId="{C1E26B80-9E14-4479-9694-990F20F05C7F}" dt="2025-09-17T13:16:10.388" v="285" actId="47"/>
        <pc:sldMkLst>
          <pc:docMk/>
          <pc:sldMk cId="1249032153" sldId="2147482539"/>
        </pc:sldMkLst>
      </pc:sldChg>
      <pc:sldChg chg="modSp add mod">
        <pc:chgData name="Yasmine AISSA" userId="c49615ed-9cc6-4a52-85fc-c583af0ddf2f" providerId="ADAL" clId="{C1E26B80-9E14-4479-9694-990F20F05C7F}" dt="2025-11-04T14:42:22.469" v="1717" actId="20577"/>
        <pc:sldMkLst>
          <pc:docMk/>
          <pc:sldMk cId="2758996903" sldId="2147482539"/>
        </pc:sldMkLst>
        <pc:spChg chg="mod">
          <ac:chgData name="Yasmine AISSA" userId="c49615ed-9cc6-4a52-85fc-c583af0ddf2f" providerId="ADAL" clId="{C1E26B80-9E14-4479-9694-990F20F05C7F}" dt="2025-11-04T14:42:22.469" v="1717" actId="20577"/>
          <ac:spMkLst>
            <pc:docMk/>
            <pc:sldMk cId="2758996903" sldId="2147482539"/>
            <ac:spMk id="2" creationId="{1C5215D2-3286-C70D-1BBC-DD5A585FA5A9}"/>
          </ac:spMkLst>
        </pc:spChg>
        <pc:spChg chg="mod">
          <ac:chgData name="Yasmine AISSA" userId="c49615ed-9cc6-4a52-85fc-c583af0ddf2f" providerId="ADAL" clId="{C1E26B80-9E14-4479-9694-990F20F05C7F}" dt="2025-11-04T08:54:36.638" v="1369" actId="20577"/>
          <ac:spMkLst>
            <pc:docMk/>
            <pc:sldMk cId="2758996903" sldId="2147482539"/>
            <ac:spMk id="4" creationId="{B0CB3F5B-5D57-A5C1-4986-5D922503F8C5}"/>
          </ac:spMkLst>
        </pc:spChg>
      </pc:sldChg>
      <pc:sldChg chg="modSp add mod">
        <pc:chgData name="Yasmine AISSA" userId="c49615ed-9cc6-4a52-85fc-c583af0ddf2f" providerId="ADAL" clId="{C1E26B80-9E14-4479-9694-990F20F05C7F}" dt="2025-11-04T14:42:24.846" v="1718" actId="20577"/>
        <pc:sldMkLst>
          <pc:docMk/>
          <pc:sldMk cId="4224546163" sldId="2147482540"/>
        </pc:sldMkLst>
        <pc:spChg chg="mod">
          <ac:chgData name="Yasmine AISSA" userId="c49615ed-9cc6-4a52-85fc-c583af0ddf2f" providerId="ADAL" clId="{C1E26B80-9E14-4479-9694-990F20F05C7F}" dt="2025-11-04T09:03:03.137" v="1393" actId="14100"/>
          <ac:spMkLst>
            <pc:docMk/>
            <pc:sldMk cId="4224546163" sldId="2147482540"/>
            <ac:spMk id="4" creationId="{409104C2-75F7-63E8-9CE8-29A64C554ACB}"/>
          </ac:spMkLst>
        </pc:spChg>
        <pc:spChg chg="mod">
          <ac:chgData name="Yasmine AISSA" userId="c49615ed-9cc6-4a52-85fc-c583af0ddf2f" providerId="ADAL" clId="{C1E26B80-9E14-4479-9694-990F20F05C7F}" dt="2025-11-04T14:42:24.846" v="1718" actId="20577"/>
          <ac:spMkLst>
            <pc:docMk/>
            <pc:sldMk cId="4224546163" sldId="2147482540"/>
            <ac:spMk id="22" creationId="{9E3108B5-4ECD-3068-7561-BFAA6A42CCB8}"/>
          </ac:spMkLst>
        </pc:spChg>
      </pc:sldChg>
      <pc:sldChg chg="modSp add mod">
        <pc:chgData name="Yasmine AISSA" userId="c49615ed-9cc6-4a52-85fc-c583af0ddf2f" providerId="ADAL" clId="{C1E26B80-9E14-4479-9694-990F20F05C7F}" dt="2025-11-04T14:42:29.225" v="1719" actId="20577"/>
        <pc:sldMkLst>
          <pc:docMk/>
          <pc:sldMk cId="2006679264" sldId="2147482541"/>
        </pc:sldMkLst>
        <pc:spChg chg="mod">
          <ac:chgData name="Yasmine AISSA" userId="c49615ed-9cc6-4a52-85fc-c583af0ddf2f" providerId="ADAL" clId="{C1E26B80-9E14-4479-9694-990F20F05C7F}" dt="2025-11-04T14:42:29.225" v="1719" actId="20577"/>
          <ac:spMkLst>
            <pc:docMk/>
            <pc:sldMk cId="2006679264" sldId="2147482541"/>
            <ac:spMk id="2" creationId="{AAC56B3D-76C6-98B1-69E1-B58C0F922881}"/>
          </ac:spMkLst>
        </pc:spChg>
        <pc:spChg chg="mod">
          <ac:chgData name="Yasmine AISSA" userId="c49615ed-9cc6-4a52-85fc-c583af0ddf2f" providerId="ADAL" clId="{C1E26B80-9E14-4479-9694-990F20F05C7F}" dt="2025-11-04T09:03:29.347" v="1423" actId="14100"/>
          <ac:spMkLst>
            <pc:docMk/>
            <pc:sldMk cId="2006679264" sldId="2147482541"/>
            <ac:spMk id="3" creationId="{42989D8A-A01D-0C75-FD31-8211C46A69F3}"/>
          </ac:spMkLst>
        </pc:spChg>
        <pc:spChg chg="mod">
          <ac:chgData name="Yasmine AISSA" userId="c49615ed-9cc6-4a52-85fc-c583af0ddf2f" providerId="ADAL" clId="{C1E26B80-9E14-4479-9694-990F20F05C7F}" dt="2025-11-04T09:03:14.276" v="1417" actId="14100"/>
          <ac:spMkLst>
            <pc:docMk/>
            <pc:sldMk cId="2006679264" sldId="2147482541"/>
            <ac:spMk id="4" creationId="{F898319D-0049-CCDD-B4E4-FE1E3F939463}"/>
          </ac:spMkLst>
        </pc:spChg>
      </pc:sldChg>
      <pc:sldChg chg="modSp add mod">
        <pc:chgData name="Yasmine AISSA" userId="c49615ed-9cc6-4a52-85fc-c583af0ddf2f" providerId="ADAL" clId="{C1E26B80-9E14-4479-9694-990F20F05C7F}" dt="2025-11-04T14:42:32.274" v="1720" actId="20577"/>
        <pc:sldMkLst>
          <pc:docMk/>
          <pc:sldMk cId="1180136620" sldId="2147482542"/>
        </pc:sldMkLst>
        <pc:spChg chg="mod">
          <ac:chgData name="Yasmine AISSA" userId="c49615ed-9cc6-4a52-85fc-c583af0ddf2f" providerId="ADAL" clId="{C1E26B80-9E14-4479-9694-990F20F05C7F}" dt="2025-11-04T09:11:15.360" v="1443" actId="20577"/>
          <ac:spMkLst>
            <pc:docMk/>
            <pc:sldMk cId="1180136620" sldId="2147482542"/>
            <ac:spMk id="4" creationId="{556F2DE7-F555-0F08-6366-8C097F6D7B85}"/>
          </ac:spMkLst>
        </pc:spChg>
        <pc:spChg chg="mod">
          <ac:chgData name="Yasmine AISSA" userId="c49615ed-9cc6-4a52-85fc-c583af0ddf2f" providerId="ADAL" clId="{C1E26B80-9E14-4479-9694-990F20F05C7F}" dt="2025-11-04T14:42:32.274" v="1720" actId="20577"/>
          <ac:spMkLst>
            <pc:docMk/>
            <pc:sldMk cId="1180136620" sldId="2147482542"/>
            <ac:spMk id="22" creationId="{E581AC9E-9870-7A11-C3CB-2825AB54B244}"/>
          </ac:spMkLst>
        </pc:spChg>
      </pc:sldChg>
      <pc:sldChg chg="modSp add mod">
        <pc:chgData name="Yasmine AISSA" userId="c49615ed-9cc6-4a52-85fc-c583af0ddf2f" providerId="ADAL" clId="{C1E26B80-9E14-4479-9694-990F20F05C7F}" dt="2025-11-04T14:42:35.079" v="1721" actId="20577"/>
        <pc:sldMkLst>
          <pc:docMk/>
          <pc:sldMk cId="746701182" sldId="2147482543"/>
        </pc:sldMkLst>
        <pc:spChg chg="mod">
          <ac:chgData name="Yasmine AISSA" userId="c49615ed-9cc6-4a52-85fc-c583af0ddf2f" providerId="ADAL" clId="{C1E26B80-9E14-4479-9694-990F20F05C7F}" dt="2025-11-04T14:42:35.079" v="1721" actId="20577"/>
          <ac:spMkLst>
            <pc:docMk/>
            <pc:sldMk cId="746701182" sldId="2147482543"/>
            <ac:spMk id="2" creationId="{098EBD68-F213-60D0-F938-E61C4E708022}"/>
          </ac:spMkLst>
        </pc:spChg>
        <pc:spChg chg="mod">
          <ac:chgData name="Yasmine AISSA" userId="c49615ed-9cc6-4a52-85fc-c583af0ddf2f" providerId="ADAL" clId="{C1E26B80-9E14-4479-9694-990F20F05C7F}" dt="2025-11-04T09:11:29.449" v="1470" actId="1038"/>
          <ac:spMkLst>
            <pc:docMk/>
            <pc:sldMk cId="746701182" sldId="2147482543"/>
            <ac:spMk id="4" creationId="{F9A88CB7-03CE-2417-EE55-61B514C11674}"/>
          </ac:spMkLst>
        </pc:spChg>
      </pc:sldChg>
      <pc:sldChg chg="modSp add mod">
        <pc:chgData name="Yasmine AISSA" userId="c49615ed-9cc6-4a52-85fc-c583af0ddf2f" providerId="ADAL" clId="{C1E26B80-9E14-4479-9694-990F20F05C7F}" dt="2025-11-04T14:42:38.580" v="1722" actId="20577"/>
        <pc:sldMkLst>
          <pc:docMk/>
          <pc:sldMk cId="2375877694" sldId="2147482544"/>
        </pc:sldMkLst>
        <pc:spChg chg="mod">
          <ac:chgData name="Yasmine AISSA" userId="c49615ed-9cc6-4a52-85fc-c583af0ddf2f" providerId="ADAL" clId="{C1E26B80-9E14-4479-9694-990F20F05C7F}" dt="2025-11-04T09:18:03.399" v="1483" actId="20577"/>
          <ac:spMkLst>
            <pc:docMk/>
            <pc:sldMk cId="2375877694" sldId="2147482544"/>
            <ac:spMk id="4" creationId="{E7164DEF-B065-52ED-C12C-E7631B1600C8}"/>
          </ac:spMkLst>
        </pc:spChg>
        <pc:spChg chg="mod">
          <ac:chgData name="Yasmine AISSA" userId="c49615ed-9cc6-4a52-85fc-c583af0ddf2f" providerId="ADAL" clId="{C1E26B80-9E14-4479-9694-990F20F05C7F}" dt="2025-11-04T14:42:38.580" v="1722" actId="20577"/>
          <ac:spMkLst>
            <pc:docMk/>
            <pc:sldMk cId="2375877694" sldId="2147482544"/>
            <ac:spMk id="22" creationId="{3729EF6D-0F75-25C9-1C4E-1DB620084D0D}"/>
          </ac:spMkLst>
        </pc:spChg>
      </pc:sldChg>
      <pc:sldChg chg="modSp add mod">
        <pc:chgData name="Yasmine AISSA" userId="c49615ed-9cc6-4a52-85fc-c583af0ddf2f" providerId="ADAL" clId="{C1E26B80-9E14-4479-9694-990F20F05C7F}" dt="2025-11-04T14:42:41.447" v="1723" actId="20577"/>
        <pc:sldMkLst>
          <pc:docMk/>
          <pc:sldMk cId="1766541097" sldId="2147482545"/>
        </pc:sldMkLst>
        <pc:spChg chg="mod">
          <ac:chgData name="Yasmine AISSA" userId="c49615ed-9cc6-4a52-85fc-c583af0ddf2f" providerId="ADAL" clId="{C1E26B80-9E14-4479-9694-990F20F05C7F}" dt="2025-11-04T14:42:41.447" v="1723" actId="20577"/>
          <ac:spMkLst>
            <pc:docMk/>
            <pc:sldMk cId="1766541097" sldId="2147482545"/>
            <ac:spMk id="2" creationId="{E6E69652-F553-C8B8-CB37-E974C0DA0DEE}"/>
          </ac:spMkLst>
        </pc:spChg>
        <pc:spChg chg="mod">
          <ac:chgData name="Yasmine AISSA" userId="c49615ed-9cc6-4a52-85fc-c583af0ddf2f" providerId="ADAL" clId="{C1E26B80-9E14-4479-9694-990F20F05C7F}" dt="2025-11-04T09:18:08.892" v="1496" actId="20577"/>
          <ac:spMkLst>
            <pc:docMk/>
            <pc:sldMk cId="1766541097" sldId="2147482545"/>
            <ac:spMk id="4" creationId="{CFFFBC4A-9A07-EF7E-ED4D-6E183DFBDE81}"/>
          </ac:spMkLst>
        </pc:spChg>
      </pc:sldChg>
      <pc:sldChg chg="modSp add mod">
        <pc:chgData name="Yasmine AISSA" userId="c49615ed-9cc6-4a52-85fc-c583af0ddf2f" providerId="ADAL" clId="{C1E26B80-9E14-4479-9694-990F20F05C7F}" dt="2025-11-04T14:42:44.100" v="1724" actId="20577"/>
        <pc:sldMkLst>
          <pc:docMk/>
          <pc:sldMk cId="393863682" sldId="2147482546"/>
        </pc:sldMkLst>
        <pc:spChg chg="mod">
          <ac:chgData name="Yasmine AISSA" userId="c49615ed-9cc6-4a52-85fc-c583af0ddf2f" providerId="ADAL" clId="{C1E26B80-9E14-4479-9694-990F20F05C7F}" dt="2025-11-04T09:18:13.407" v="1504" actId="20577"/>
          <ac:spMkLst>
            <pc:docMk/>
            <pc:sldMk cId="393863682" sldId="2147482546"/>
            <ac:spMk id="4" creationId="{1F299B7D-C92D-B13D-4ED5-84DC4F550DA2}"/>
          </ac:spMkLst>
        </pc:spChg>
        <pc:spChg chg="mod">
          <ac:chgData name="Yasmine AISSA" userId="c49615ed-9cc6-4a52-85fc-c583af0ddf2f" providerId="ADAL" clId="{C1E26B80-9E14-4479-9694-990F20F05C7F}" dt="2025-11-04T14:42:44.100" v="1724" actId="20577"/>
          <ac:spMkLst>
            <pc:docMk/>
            <pc:sldMk cId="393863682" sldId="2147482546"/>
            <ac:spMk id="22" creationId="{19FF6B46-4075-BDE9-CF95-E1FFEF570141}"/>
          </ac:spMkLst>
        </pc:spChg>
      </pc:sldChg>
      <pc:sldChg chg="modSp add mod">
        <pc:chgData name="Yasmine AISSA" userId="c49615ed-9cc6-4a52-85fc-c583af0ddf2f" providerId="ADAL" clId="{C1E26B80-9E14-4479-9694-990F20F05C7F}" dt="2025-11-04T14:42:47.383" v="1725" actId="20577"/>
        <pc:sldMkLst>
          <pc:docMk/>
          <pc:sldMk cId="2304085765" sldId="2147482547"/>
        </pc:sldMkLst>
        <pc:spChg chg="mod">
          <ac:chgData name="Yasmine AISSA" userId="c49615ed-9cc6-4a52-85fc-c583af0ddf2f" providerId="ADAL" clId="{C1E26B80-9E14-4479-9694-990F20F05C7F}" dt="2025-11-04T14:42:47.383" v="1725" actId="20577"/>
          <ac:spMkLst>
            <pc:docMk/>
            <pc:sldMk cId="2304085765" sldId="2147482547"/>
            <ac:spMk id="2" creationId="{670277E3-3C43-AEF0-634D-47663BC30EA1}"/>
          </ac:spMkLst>
        </pc:spChg>
        <pc:spChg chg="mod">
          <ac:chgData name="Yasmine AISSA" userId="c49615ed-9cc6-4a52-85fc-c583af0ddf2f" providerId="ADAL" clId="{C1E26B80-9E14-4479-9694-990F20F05C7F}" dt="2025-11-04T09:18:18.681" v="1512" actId="20577"/>
          <ac:spMkLst>
            <pc:docMk/>
            <pc:sldMk cId="2304085765" sldId="2147482547"/>
            <ac:spMk id="4" creationId="{88EB0B01-CF77-D9CE-D522-1EE8A2B9E59C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889" v="911" actId="47"/>
        <pc:sldMkLst>
          <pc:docMk/>
          <pc:sldMk cId="2889329387" sldId="2147482547"/>
        </pc:sldMkLst>
      </pc:sldChg>
      <pc:sldChg chg="del">
        <pc:chgData name="Yasmine AISSA" userId="c49615ed-9cc6-4a52-85fc-c583af0ddf2f" providerId="ADAL" clId="{C1E26B80-9E14-4479-9694-990F20F05C7F}" dt="2025-10-02T12:59:12.873" v="910" actId="47"/>
        <pc:sldMkLst>
          <pc:docMk/>
          <pc:sldMk cId="3241639735" sldId="2147482548"/>
        </pc:sldMkLst>
      </pc:sldChg>
      <pc:sldChg chg="modSp add mod">
        <pc:chgData name="Yasmine AISSA" userId="c49615ed-9cc6-4a52-85fc-c583af0ddf2f" providerId="ADAL" clId="{C1E26B80-9E14-4479-9694-990F20F05C7F}" dt="2025-11-04T14:42:51.185" v="1726" actId="20577"/>
        <pc:sldMkLst>
          <pc:docMk/>
          <pc:sldMk cId="3620505802" sldId="2147482548"/>
        </pc:sldMkLst>
        <pc:spChg chg="mod">
          <ac:chgData name="Yasmine AISSA" userId="c49615ed-9cc6-4a52-85fc-c583af0ddf2f" providerId="ADAL" clId="{C1E26B80-9E14-4479-9694-990F20F05C7F}" dt="2025-11-04T09:18:23.857" v="1521" actId="20577"/>
          <ac:spMkLst>
            <pc:docMk/>
            <pc:sldMk cId="3620505802" sldId="2147482548"/>
            <ac:spMk id="4" creationId="{B0B8FF4C-E367-6702-2B64-A54E13C15CA4}"/>
          </ac:spMkLst>
        </pc:spChg>
        <pc:spChg chg="mod">
          <ac:chgData name="Yasmine AISSA" userId="c49615ed-9cc6-4a52-85fc-c583af0ddf2f" providerId="ADAL" clId="{C1E26B80-9E14-4479-9694-990F20F05C7F}" dt="2025-11-04T14:42:51.185" v="1726" actId="20577"/>
          <ac:spMkLst>
            <pc:docMk/>
            <pc:sldMk cId="3620505802" sldId="2147482548"/>
            <ac:spMk id="22" creationId="{179217B1-9F2B-1F9B-755E-81A83786B9B5}"/>
          </ac:spMkLst>
        </pc:spChg>
      </pc:sldChg>
      <pc:sldChg chg="modSp add mod">
        <pc:chgData name="Yasmine AISSA" userId="c49615ed-9cc6-4a52-85fc-c583af0ddf2f" providerId="ADAL" clId="{C1E26B80-9E14-4479-9694-990F20F05C7F}" dt="2025-11-04T14:42:53.911" v="1727" actId="20577"/>
        <pc:sldMkLst>
          <pc:docMk/>
          <pc:sldMk cId="3053319867" sldId="2147482549"/>
        </pc:sldMkLst>
        <pc:spChg chg="mod">
          <ac:chgData name="Yasmine AISSA" userId="c49615ed-9cc6-4a52-85fc-c583af0ddf2f" providerId="ADAL" clId="{C1E26B80-9E14-4479-9694-990F20F05C7F}" dt="2025-11-04T14:42:53.911" v="1727" actId="20577"/>
          <ac:spMkLst>
            <pc:docMk/>
            <pc:sldMk cId="3053319867" sldId="2147482549"/>
            <ac:spMk id="2" creationId="{E9E651D4-647E-64D8-7A84-11A07E6E7152}"/>
          </ac:spMkLst>
        </pc:spChg>
        <pc:spChg chg="mod">
          <ac:chgData name="Yasmine AISSA" userId="c49615ed-9cc6-4a52-85fc-c583af0ddf2f" providerId="ADAL" clId="{C1E26B80-9E14-4479-9694-990F20F05C7F}" dt="2025-11-04T09:18:28.667" v="1530" actId="20577"/>
          <ac:spMkLst>
            <pc:docMk/>
            <pc:sldMk cId="3053319867" sldId="2147482549"/>
            <ac:spMk id="4" creationId="{77BAFDCD-2C41-489C-BED8-DC62EF5A93B7}"/>
          </ac:spMkLst>
        </pc:spChg>
      </pc:sldChg>
      <pc:sldChg chg="modSp add mod">
        <pc:chgData name="Yasmine AISSA" userId="c49615ed-9cc6-4a52-85fc-c583af0ddf2f" providerId="ADAL" clId="{C1E26B80-9E14-4479-9694-990F20F05C7F}" dt="2025-11-04T14:42:58.538" v="1728" actId="20577"/>
        <pc:sldMkLst>
          <pc:docMk/>
          <pc:sldMk cId="811405165" sldId="2147482550"/>
        </pc:sldMkLst>
        <pc:spChg chg="mod">
          <ac:chgData name="Yasmine AISSA" userId="c49615ed-9cc6-4a52-85fc-c583af0ddf2f" providerId="ADAL" clId="{C1E26B80-9E14-4479-9694-990F20F05C7F}" dt="2025-11-04T09:36:10.459" v="1565" actId="14100"/>
          <ac:spMkLst>
            <pc:docMk/>
            <pc:sldMk cId="811405165" sldId="2147482550"/>
            <ac:spMk id="4" creationId="{8022C8B2-5416-6FE4-129F-421C3F21F1AA}"/>
          </ac:spMkLst>
        </pc:spChg>
        <pc:spChg chg="mod">
          <ac:chgData name="Yasmine AISSA" userId="c49615ed-9cc6-4a52-85fc-c583af0ddf2f" providerId="ADAL" clId="{C1E26B80-9E14-4479-9694-990F20F05C7F}" dt="2025-11-04T14:42:58.538" v="1728" actId="20577"/>
          <ac:spMkLst>
            <pc:docMk/>
            <pc:sldMk cId="811405165" sldId="2147482550"/>
            <ac:spMk id="22" creationId="{8DA6932D-075D-87F4-8FA0-01F192CB8D36}"/>
          </ac:spMkLst>
        </pc:spChg>
      </pc:sldChg>
      <pc:sldChg chg="modSp del mod">
        <pc:chgData name="Yasmine AISSA" userId="c49615ed-9cc6-4a52-85fc-c583af0ddf2f" providerId="ADAL" clId="{C1E26B80-9E14-4479-9694-990F20F05C7F}" dt="2025-10-02T12:59:12.615" v="908" actId="47"/>
        <pc:sldMkLst>
          <pc:docMk/>
          <pc:sldMk cId="2105083939" sldId="2147482550"/>
        </pc:sldMkLst>
      </pc:sldChg>
      <pc:sldChg chg="del">
        <pc:chgData name="Yasmine AISSA" userId="c49615ed-9cc6-4a52-85fc-c583af0ddf2f" providerId="ADAL" clId="{C1E26B80-9E14-4479-9694-990F20F05C7F}" dt="2025-10-02T12:59:12.594" v="907" actId="47"/>
        <pc:sldMkLst>
          <pc:docMk/>
          <pc:sldMk cId="948637017" sldId="2147482551"/>
        </pc:sldMkLst>
      </pc:sldChg>
      <pc:sldChg chg="modSp add mod">
        <pc:chgData name="Yasmine AISSA" userId="c49615ed-9cc6-4a52-85fc-c583af0ddf2f" providerId="ADAL" clId="{C1E26B80-9E14-4479-9694-990F20F05C7F}" dt="2025-11-04T14:43:03.109" v="1729" actId="20577"/>
        <pc:sldMkLst>
          <pc:docMk/>
          <pc:sldMk cId="3441843144" sldId="2147482551"/>
        </pc:sldMkLst>
        <pc:spChg chg="mod">
          <ac:chgData name="Yasmine AISSA" userId="c49615ed-9cc6-4a52-85fc-c583af0ddf2f" providerId="ADAL" clId="{C1E26B80-9E14-4479-9694-990F20F05C7F}" dt="2025-11-04T14:43:03.109" v="1729" actId="20577"/>
          <ac:spMkLst>
            <pc:docMk/>
            <pc:sldMk cId="3441843144" sldId="2147482551"/>
            <ac:spMk id="2" creationId="{B8916623-DC91-25BA-AF2A-1E0CA9DA9A83}"/>
          </ac:spMkLst>
        </pc:spChg>
        <pc:spChg chg="mod">
          <ac:chgData name="Yasmine AISSA" userId="c49615ed-9cc6-4a52-85fc-c583af0ddf2f" providerId="ADAL" clId="{C1E26B80-9E14-4479-9694-990F20F05C7F}" dt="2025-11-04T09:36:36.781" v="1598" actId="14100"/>
          <ac:spMkLst>
            <pc:docMk/>
            <pc:sldMk cId="3441843144" sldId="2147482551"/>
            <ac:spMk id="3" creationId="{6B25E0EF-1E7B-B66E-5DA6-6555FD05689B}"/>
          </ac:spMkLst>
        </pc:spChg>
        <pc:spChg chg="mod">
          <ac:chgData name="Yasmine AISSA" userId="c49615ed-9cc6-4a52-85fc-c583af0ddf2f" providerId="ADAL" clId="{C1E26B80-9E14-4479-9694-990F20F05C7F}" dt="2025-11-04T09:36:35.037" v="1597" actId="14100"/>
          <ac:spMkLst>
            <pc:docMk/>
            <pc:sldMk cId="3441843144" sldId="2147482551"/>
            <ac:spMk id="4" creationId="{19734963-4543-271B-554E-A43221026098}"/>
          </ac:spMkLst>
        </pc:spChg>
      </pc:sldChg>
      <pc:sldChg chg="modSp add mod">
        <pc:chgData name="Yasmine AISSA" userId="c49615ed-9cc6-4a52-85fc-c583af0ddf2f" providerId="ADAL" clId="{C1E26B80-9E14-4479-9694-990F20F05C7F}" dt="2025-11-04T14:43:05.657" v="1730" actId="20577"/>
        <pc:sldMkLst>
          <pc:docMk/>
          <pc:sldMk cId="3416752323" sldId="2147482552"/>
        </pc:sldMkLst>
        <pc:spChg chg="mod">
          <ac:chgData name="Yasmine AISSA" userId="c49615ed-9cc6-4a52-85fc-c583af0ddf2f" providerId="ADAL" clId="{C1E26B80-9E14-4479-9694-990F20F05C7F}" dt="2025-11-04T09:36:42.832" v="1607" actId="20577"/>
          <ac:spMkLst>
            <pc:docMk/>
            <pc:sldMk cId="3416752323" sldId="2147482552"/>
            <ac:spMk id="4" creationId="{4358FACC-AED1-7150-EB5E-DEEE4747A491}"/>
          </ac:spMkLst>
        </pc:spChg>
        <pc:spChg chg="mod">
          <ac:chgData name="Yasmine AISSA" userId="c49615ed-9cc6-4a52-85fc-c583af0ddf2f" providerId="ADAL" clId="{C1E26B80-9E14-4479-9694-990F20F05C7F}" dt="2025-11-04T14:43:05.657" v="1730" actId="20577"/>
          <ac:spMkLst>
            <pc:docMk/>
            <pc:sldMk cId="3416752323" sldId="2147482552"/>
            <ac:spMk id="22" creationId="{E21EDFF3-FB2E-8951-E0E7-F426AC3A3DAB}"/>
          </ac:spMkLst>
        </pc:spChg>
      </pc:sldChg>
      <pc:sldChg chg="modSp add mod">
        <pc:chgData name="Yasmine AISSA" userId="c49615ed-9cc6-4a52-85fc-c583af0ddf2f" providerId="ADAL" clId="{C1E26B80-9E14-4479-9694-990F20F05C7F}" dt="2025-11-04T14:43:09.289" v="1731" actId="20577"/>
        <pc:sldMkLst>
          <pc:docMk/>
          <pc:sldMk cId="920555635" sldId="2147482553"/>
        </pc:sldMkLst>
        <pc:spChg chg="mod">
          <ac:chgData name="Yasmine AISSA" userId="c49615ed-9cc6-4a52-85fc-c583af0ddf2f" providerId="ADAL" clId="{C1E26B80-9E14-4479-9694-990F20F05C7F}" dt="2025-11-04T14:43:09.289" v="1731" actId="20577"/>
          <ac:spMkLst>
            <pc:docMk/>
            <pc:sldMk cId="920555635" sldId="2147482553"/>
            <ac:spMk id="2" creationId="{91F6A3A7-879D-B775-D8BE-BF0195E03CE9}"/>
          </ac:spMkLst>
        </pc:spChg>
        <pc:spChg chg="mod">
          <ac:chgData name="Yasmine AISSA" userId="c49615ed-9cc6-4a52-85fc-c583af0ddf2f" providerId="ADAL" clId="{C1E26B80-9E14-4479-9694-990F20F05C7F}" dt="2025-11-04T09:36:47.118" v="1616" actId="20577"/>
          <ac:spMkLst>
            <pc:docMk/>
            <pc:sldMk cId="920555635" sldId="2147482553"/>
            <ac:spMk id="4" creationId="{3D23B500-0F1D-3ABB-458D-DF1B446269BE}"/>
          </ac:spMkLst>
        </pc:spChg>
      </pc:sldChg>
      <pc:sldChg chg="modSp add mod">
        <pc:chgData name="Yasmine AISSA" userId="c49615ed-9cc6-4a52-85fc-c583af0ddf2f" providerId="ADAL" clId="{C1E26B80-9E14-4479-9694-990F20F05C7F}" dt="2025-11-04T14:43:11.864" v="1732" actId="20577"/>
        <pc:sldMkLst>
          <pc:docMk/>
          <pc:sldMk cId="3450206523" sldId="2147482554"/>
        </pc:sldMkLst>
        <pc:spChg chg="mod">
          <ac:chgData name="Yasmine AISSA" userId="c49615ed-9cc6-4a52-85fc-c583af0ddf2f" providerId="ADAL" clId="{C1E26B80-9E14-4479-9694-990F20F05C7F}" dt="2025-11-04T09:36:53.774" v="1634" actId="20577"/>
          <ac:spMkLst>
            <pc:docMk/>
            <pc:sldMk cId="3450206523" sldId="2147482554"/>
            <ac:spMk id="4" creationId="{1B584ACA-8CAF-2E53-075B-1C3E03DCA87D}"/>
          </ac:spMkLst>
        </pc:spChg>
        <pc:spChg chg="mod">
          <ac:chgData name="Yasmine AISSA" userId="c49615ed-9cc6-4a52-85fc-c583af0ddf2f" providerId="ADAL" clId="{C1E26B80-9E14-4479-9694-990F20F05C7F}" dt="2025-11-04T14:43:11.864" v="1732" actId="20577"/>
          <ac:spMkLst>
            <pc:docMk/>
            <pc:sldMk cId="3450206523" sldId="2147482554"/>
            <ac:spMk id="22" creationId="{5EE92357-C56A-3395-6914-A26AFAB96F77}"/>
          </ac:spMkLst>
        </pc:spChg>
      </pc:sldChg>
      <pc:sldChg chg="modSp add mod">
        <pc:chgData name="Yasmine AISSA" userId="c49615ed-9cc6-4a52-85fc-c583af0ddf2f" providerId="ADAL" clId="{C1E26B80-9E14-4479-9694-990F20F05C7F}" dt="2025-11-04T14:43:15.927" v="1733" actId="20577"/>
        <pc:sldMkLst>
          <pc:docMk/>
          <pc:sldMk cId="2210785250" sldId="2147482555"/>
        </pc:sldMkLst>
        <pc:spChg chg="mod">
          <ac:chgData name="Yasmine AISSA" userId="c49615ed-9cc6-4a52-85fc-c583af0ddf2f" providerId="ADAL" clId="{C1E26B80-9E14-4479-9694-990F20F05C7F}" dt="2025-11-04T14:43:15.927" v="1733" actId="20577"/>
          <ac:spMkLst>
            <pc:docMk/>
            <pc:sldMk cId="2210785250" sldId="2147482555"/>
            <ac:spMk id="2" creationId="{7203455C-FB7F-07A4-AE7D-A695DE1A1318}"/>
          </ac:spMkLst>
        </pc:spChg>
        <pc:spChg chg="mod">
          <ac:chgData name="Yasmine AISSA" userId="c49615ed-9cc6-4a52-85fc-c583af0ddf2f" providerId="ADAL" clId="{C1E26B80-9E14-4479-9694-990F20F05C7F}" dt="2025-11-04T09:36:59.651" v="1652" actId="20577"/>
          <ac:spMkLst>
            <pc:docMk/>
            <pc:sldMk cId="2210785250" sldId="2147482555"/>
            <ac:spMk id="4" creationId="{C678D798-B799-6E38-4892-1A00F8CFD541}"/>
          </ac:spMkLst>
        </pc:spChg>
      </pc:sldChg>
      <pc:sldChg chg="modSp add mod">
        <pc:chgData name="Yasmine AISSA" userId="c49615ed-9cc6-4a52-85fc-c583af0ddf2f" providerId="ADAL" clId="{C1E26B80-9E14-4479-9694-990F20F05C7F}" dt="2025-11-04T14:43:19.016" v="1734" actId="20577"/>
        <pc:sldMkLst>
          <pc:docMk/>
          <pc:sldMk cId="366477358" sldId="2147482556"/>
        </pc:sldMkLst>
        <pc:spChg chg="mod">
          <ac:chgData name="Yasmine AISSA" userId="c49615ed-9cc6-4a52-85fc-c583af0ddf2f" providerId="ADAL" clId="{C1E26B80-9E14-4479-9694-990F20F05C7F}" dt="2025-11-04T09:37:06.129" v="1668" actId="20577"/>
          <ac:spMkLst>
            <pc:docMk/>
            <pc:sldMk cId="366477358" sldId="2147482556"/>
            <ac:spMk id="4" creationId="{32415B1F-F3D8-0C74-25C9-4AAA8536F200}"/>
          </ac:spMkLst>
        </pc:spChg>
        <pc:spChg chg="mod">
          <ac:chgData name="Yasmine AISSA" userId="c49615ed-9cc6-4a52-85fc-c583af0ddf2f" providerId="ADAL" clId="{C1E26B80-9E14-4479-9694-990F20F05C7F}" dt="2025-11-04T14:43:19.016" v="1734" actId="20577"/>
          <ac:spMkLst>
            <pc:docMk/>
            <pc:sldMk cId="366477358" sldId="2147482556"/>
            <ac:spMk id="22" creationId="{A6DA9652-78FD-ED57-F47F-2F952F818EB9}"/>
          </ac:spMkLst>
        </pc:spChg>
      </pc:sldChg>
      <pc:sldChg chg="modSp add mod">
        <pc:chgData name="Yasmine AISSA" userId="c49615ed-9cc6-4a52-85fc-c583af0ddf2f" providerId="ADAL" clId="{C1E26B80-9E14-4479-9694-990F20F05C7F}" dt="2025-11-04T14:43:22.197" v="1735" actId="20577"/>
        <pc:sldMkLst>
          <pc:docMk/>
          <pc:sldMk cId="86175563" sldId="2147482557"/>
        </pc:sldMkLst>
        <pc:spChg chg="mod">
          <ac:chgData name="Yasmine AISSA" userId="c49615ed-9cc6-4a52-85fc-c583af0ddf2f" providerId="ADAL" clId="{C1E26B80-9E14-4479-9694-990F20F05C7F}" dt="2025-11-04T14:43:22.197" v="1735" actId="20577"/>
          <ac:spMkLst>
            <pc:docMk/>
            <pc:sldMk cId="86175563" sldId="2147482557"/>
            <ac:spMk id="2" creationId="{559D742A-A3C5-9594-FA7F-437767108275}"/>
          </ac:spMkLst>
        </pc:spChg>
        <pc:spChg chg="mod">
          <ac:chgData name="Yasmine AISSA" userId="c49615ed-9cc6-4a52-85fc-c583af0ddf2f" providerId="ADAL" clId="{C1E26B80-9E14-4479-9694-990F20F05C7F}" dt="2025-11-04T09:37:11.097" v="1684" actId="20577"/>
          <ac:spMkLst>
            <pc:docMk/>
            <pc:sldMk cId="86175563" sldId="2147482557"/>
            <ac:spMk id="4" creationId="{35CA6BBB-6490-75A2-1181-44ACA51B0A61}"/>
          </ac:spMkLst>
        </pc:spChg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4168517328" sldId="2147482583"/>
        </pc:sldMkLst>
      </pc:sldChg>
      <pc:sldChg chg="del">
        <pc:chgData name="Yasmine AISSA" userId="c49615ed-9cc6-4a52-85fc-c583af0ddf2f" providerId="ADAL" clId="{C1E26B80-9E14-4479-9694-990F20F05C7F}" dt="2025-10-02T12:59:10.452" v="891" actId="47"/>
        <pc:sldMkLst>
          <pc:docMk/>
          <pc:sldMk cId="2963400826" sldId="2147482588"/>
        </pc:sldMkLst>
      </pc:sldChg>
      <pc:sldChg chg="delSp del mod">
        <pc:chgData name="Yasmine AISSA" userId="c49615ed-9cc6-4a52-85fc-c583af0ddf2f" providerId="ADAL" clId="{C1E26B80-9E14-4479-9694-990F20F05C7F}" dt="2025-10-02T12:59:11.262" v="897" actId="47"/>
        <pc:sldMkLst>
          <pc:docMk/>
          <pc:sldMk cId="4084907256" sldId="2147482590"/>
        </pc:sldMkLst>
      </pc:sldChg>
      <pc:sldChg chg="del">
        <pc:chgData name="Yasmine AISSA" userId="c49615ed-9cc6-4a52-85fc-c583af0ddf2f" providerId="ADAL" clId="{C1E26B80-9E14-4479-9694-990F20F05C7F}" dt="2025-10-02T12:59:12.969" v="913" actId="47"/>
        <pc:sldMkLst>
          <pc:docMk/>
          <pc:sldMk cId="2829010350" sldId="2147482596"/>
        </pc:sldMkLst>
      </pc:sldChg>
      <pc:sldChg chg="del">
        <pc:chgData name="Yasmine AISSA" userId="c49615ed-9cc6-4a52-85fc-c583af0ddf2f" providerId="ADAL" clId="{C1E26B80-9E14-4479-9694-990F20F05C7F}" dt="2025-10-02T12:59:13.033" v="914" actId="47"/>
        <pc:sldMkLst>
          <pc:docMk/>
          <pc:sldMk cId="3053716332" sldId="2147482597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022033923" sldId="2147482608"/>
        </pc:sldMkLst>
      </pc:sldChg>
      <pc:sldChg chg="modSp del mod ord modShow">
        <pc:chgData name="Yasmine AISSA" userId="c49615ed-9cc6-4a52-85fc-c583af0ddf2f" providerId="ADAL" clId="{C1E26B80-9E14-4479-9694-990F20F05C7F}" dt="2025-09-23T11:05:09.023" v="765" actId="47"/>
        <pc:sldMkLst>
          <pc:docMk/>
          <pc:sldMk cId="2389248835" sldId="2147482610"/>
        </pc:sldMkLst>
      </pc:sldChg>
      <pc:sldChg chg="del mod ord modShow">
        <pc:chgData name="Yasmine AISSA" userId="c49615ed-9cc6-4a52-85fc-c583af0ddf2f" providerId="ADAL" clId="{C1E26B80-9E14-4479-9694-990F20F05C7F}" dt="2025-09-23T11:05:10.751" v="766" actId="47"/>
        <pc:sldMkLst>
          <pc:docMk/>
          <pc:sldMk cId="2597721776" sldId="2147482611"/>
        </pc:sldMkLst>
      </pc:sldChg>
      <pc:sldChg chg="modSp del mod">
        <pc:chgData name="Yasmine AISSA" userId="c49615ed-9cc6-4a52-85fc-c583af0ddf2f" providerId="ADAL" clId="{C1E26B80-9E14-4479-9694-990F20F05C7F}" dt="2025-10-02T12:59:13.510" v="928" actId="47"/>
        <pc:sldMkLst>
          <pc:docMk/>
          <pc:sldMk cId="777563609" sldId="2147482612"/>
        </pc:sldMkLst>
      </pc:sldChg>
      <pc:sldChg chg="del">
        <pc:chgData name="Yasmine AISSA" userId="c49615ed-9cc6-4a52-85fc-c583af0ddf2f" providerId="ADAL" clId="{C1E26B80-9E14-4479-9694-990F20F05C7F}" dt="2025-10-02T12:59:11.533" v="899" actId="47"/>
        <pc:sldMkLst>
          <pc:docMk/>
          <pc:sldMk cId="2142893685" sldId="2147482616"/>
        </pc:sldMkLst>
      </pc:sldChg>
      <pc:sldChg chg="del">
        <pc:chgData name="Yasmine AISSA" userId="c49615ed-9cc6-4a52-85fc-c583af0ddf2f" providerId="ADAL" clId="{C1E26B80-9E14-4479-9694-990F20F05C7F}" dt="2025-10-02T13:00:02.458" v="988" actId="47"/>
        <pc:sldMkLst>
          <pc:docMk/>
          <pc:sldMk cId="385506026" sldId="2147482618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332854758" sldId="2147482620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1912174299" sldId="2147482621"/>
        </pc:sldMkLst>
      </pc:sldChg>
      <pc:sldChg chg="modSp del mod">
        <pc:chgData name="Yasmine AISSA" userId="c49615ed-9cc6-4a52-85fc-c583af0ddf2f" providerId="ADAL" clId="{C1E26B80-9E14-4479-9694-990F20F05C7F}" dt="2025-10-02T12:59:09.481" v="890" actId="47"/>
        <pc:sldMkLst>
          <pc:docMk/>
          <pc:sldMk cId="3932954260" sldId="2147482622"/>
        </pc:sldMkLst>
      </pc:sldChg>
      <pc:sldChg chg="delSp modSp del mod">
        <pc:chgData name="Yasmine AISSA" userId="c49615ed-9cc6-4a52-85fc-c583af0ddf2f" providerId="ADAL" clId="{C1E26B80-9E14-4479-9694-990F20F05C7F}" dt="2025-10-02T12:59:12.207" v="902" actId="47"/>
        <pc:sldMkLst>
          <pc:docMk/>
          <pc:sldMk cId="1406195659" sldId="2147482623"/>
        </pc:sldMkLst>
      </pc:sldChg>
      <pc:sldChg chg="del">
        <pc:chgData name="Yasmine AISSA" userId="c49615ed-9cc6-4a52-85fc-c583af0ddf2f" providerId="ADAL" clId="{C1E26B80-9E14-4479-9694-990F20F05C7F}" dt="2025-10-02T12:59:13.290" v="922" actId="47"/>
        <pc:sldMkLst>
          <pc:docMk/>
          <pc:sldMk cId="2826836844" sldId="2147482624"/>
        </pc:sldMkLst>
      </pc:sldChg>
      <pc:sldChg chg="del">
        <pc:chgData name="Yasmine AISSA" userId="c49615ed-9cc6-4a52-85fc-c583af0ddf2f" providerId="ADAL" clId="{C1E26B80-9E14-4479-9694-990F20F05C7F}" dt="2025-10-02T12:59:13.304" v="923" actId="47"/>
        <pc:sldMkLst>
          <pc:docMk/>
          <pc:sldMk cId="4086416848" sldId="2147482626"/>
        </pc:sldMkLst>
      </pc:sldChg>
      <pc:sldChg chg="modSp del mod">
        <pc:chgData name="Yasmine AISSA" userId="c49615ed-9cc6-4a52-85fc-c583af0ddf2f" providerId="ADAL" clId="{C1E26B80-9E14-4479-9694-990F20F05C7F}" dt="2025-10-02T12:59:13.224" v="920" actId="47"/>
        <pc:sldMkLst>
          <pc:docMk/>
          <pc:sldMk cId="3706885681" sldId="2147482627"/>
        </pc:sldMkLst>
      </pc:sldChg>
      <pc:sldChg chg="del">
        <pc:chgData name="Yasmine AISSA" userId="c49615ed-9cc6-4a52-85fc-c583af0ddf2f" providerId="ADAL" clId="{C1E26B80-9E14-4479-9694-990F20F05C7F}" dt="2025-10-02T12:59:10.609" v="892" actId="47"/>
        <pc:sldMkLst>
          <pc:docMk/>
          <pc:sldMk cId="1453806796" sldId="2147482629"/>
        </pc:sldMkLst>
      </pc:sldChg>
      <pc:sldChg chg="del">
        <pc:chgData name="Yasmine AISSA" userId="c49615ed-9cc6-4a52-85fc-c583af0ddf2f" providerId="ADAL" clId="{C1E26B80-9E14-4479-9694-990F20F05C7F}" dt="2025-10-02T12:59:09.481" v="890" actId="47"/>
        <pc:sldMkLst>
          <pc:docMk/>
          <pc:sldMk cId="2842374480" sldId="2147482630"/>
        </pc:sldMkLst>
      </pc:sldChg>
      <pc:sldChg chg="del">
        <pc:chgData name="Yasmine AISSA" userId="c49615ed-9cc6-4a52-85fc-c583af0ddf2f" providerId="ADAL" clId="{C1E26B80-9E14-4479-9694-990F20F05C7F}" dt="2025-10-02T12:59:11.392" v="898" actId="47"/>
        <pc:sldMkLst>
          <pc:docMk/>
          <pc:sldMk cId="2934060295" sldId="2147482631"/>
        </pc:sldMkLst>
      </pc:sldChg>
      <pc:sldChg chg="modSp del mod">
        <pc:chgData name="Yasmine AISSA" userId="c49615ed-9cc6-4a52-85fc-c583af0ddf2f" providerId="ADAL" clId="{C1E26B80-9E14-4479-9694-990F20F05C7F}" dt="2025-10-02T12:59:13.144" v="918" actId="47"/>
        <pc:sldMkLst>
          <pc:docMk/>
          <pc:sldMk cId="3378406177" sldId="2147482632"/>
        </pc:sldMkLst>
      </pc:sldChg>
      <pc:sldChg chg="del">
        <pc:chgData name="Yasmine AISSA" userId="c49615ed-9cc6-4a52-85fc-c583af0ddf2f" providerId="ADAL" clId="{C1E26B80-9E14-4479-9694-990F20F05C7F}" dt="2025-09-19T14:05:59.917" v="524" actId="47"/>
        <pc:sldMkLst>
          <pc:docMk/>
          <pc:sldMk cId="2032420262" sldId="2147482634"/>
        </pc:sldMkLst>
      </pc:sldChg>
      <pc:sldChg chg="del">
        <pc:chgData name="Yasmine AISSA" userId="c49615ed-9cc6-4a52-85fc-c583af0ddf2f" providerId="ADAL" clId="{C1E26B80-9E14-4479-9694-990F20F05C7F}" dt="2025-09-19T14:05:56.753" v="523" actId="47"/>
        <pc:sldMkLst>
          <pc:docMk/>
          <pc:sldMk cId="3072628558" sldId="2147482635"/>
        </pc:sldMkLst>
      </pc:sldChg>
      <pc:sldChg chg="del">
        <pc:chgData name="Yasmine AISSA" userId="c49615ed-9cc6-4a52-85fc-c583af0ddf2f" providerId="ADAL" clId="{C1E26B80-9E14-4479-9694-990F20F05C7F}" dt="2025-09-17T10:37:02.728" v="175" actId="47"/>
        <pc:sldMkLst>
          <pc:docMk/>
          <pc:sldMk cId="2024774482" sldId="2147482636"/>
        </pc:sldMkLst>
      </pc:sldChg>
      <pc:sldChg chg="del">
        <pc:chgData name="Yasmine AISSA" userId="c49615ed-9cc6-4a52-85fc-c583af0ddf2f" providerId="ADAL" clId="{C1E26B80-9E14-4479-9694-990F20F05C7F}" dt="2025-09-17T13:38:59.597" v="328" actId="47"/>
        <pc:sldMkLst>
          <pc:docMk/>
          <pc:sldMk cId="3903996569" sldId="2147482637"/>
        </pc:sldMkLst>
      </pc:sldChg>
      <pc:sldChg chg="modSp del mod">
        <pc:chgData name="Yasmine AISSA" userId="c49615ed-9cc6-4a52-85fc-c583af0ddf2f" providerId="ADAL" clId="{C1E26B80-9E14-4479-9694-990F20F05C7F}" dt="2025-09-18T14:32:10.588" v="344" actId="47"/>
        <pc:sldMkLst>
          <pc:docMk/>
          <pc:sldMk cId="505270672" sldId="2147482638"/>
        </pc:sldMkLst>
      </pc:sldChg>
      <pc:sldChg chg="addSp delSp del mod">
        <pc:chgData name="Yasmine AISSA" userId="c49615ed-9cc6-4a52-85fc-c583af0ddf2f" providerId="ADAL" clId="{C1E26B80-9E14-4479-9694-990F20F05C7F}" dt="2025-09-18T14:37:36.375" v="428" actId="47"/>
        <pc:sldMkLst>
          <pc:docMk/>
          <pc:sldMk cId="1032640612" sldId="2147482639"/>
        </pc:sldMkLst>
      </pc:sldChg>
      <pc:sldChg chg="del">
        <pc:chgData name="Yasmine AISSA" userId="c49615ed-9cc6-4a52-85fc-c583af0ddf2f" providerId="ADAL" clId="{C1E26B80-9E14-4479-9694-990F20F05C7F}" dt="2025-09-22T09:53:52.555" v="602" actId="47"/>
        <pc:sldMkLst>
          <pc:docMk/>
          <pc:sldMk cId="137478425" sldId="2147482640"/>
        </pc:sldMkLst>
      </pc:sldChg>
      <pc:sldChg chg="del">
        <pc:chgData name="Yasmine AISSA" userId="c49615ed-9cc6-4a52-85fc-c583af0ddf2f" providerId="ADAL" clId="{C1E26B80-9E14-4479-9694-990F20F05C7F}" dt="2025-10-02T12:59:11.010" v="895" actId="47"/>
        <pc:sldMkLst>
          <pc:docMk/>
          <pc:sldMk cId="482464989" sldId="2147482642"/>
        </pc:sldMkLst>
      </pc:sldChg>
      <pc:sldChg chg="del">
        <pc:chgData name="Yasmine AISSA" userId="c49615ed-9cc6-4a52-85fc-c583af0ddf2f" providerId="ADAL" clId="{C1E26B80-9E14-4479-9694-990F20F05C7F}" dt="2025-09-18T14:31:30.087" v="339" actId="47"/>
        <pc:sldMkLst>
          <pc:docMk/>
          <pc:sldMk cId="3019325207" sldId="2147482643"/>
        </pc:sldMkLst>
      </pc:sldChg>
      <pc:sldChg chg="del">
        <pc:chgData name="Yasmine AISSA" userId="c49615ed-9cc6-4a52-85fc-c583af0ddf2f" providerId="ADAL" clId="{C1E26B80-9E14-4479-9694-990F20F05C7F}" dt="2025-10-02T12:59:10.895" v="894" actId="47"/>
        <pc:sldMkLst>
          <pc:docMk/>
          <pc:sldMk cId="4186051456" sldId="2147482644"/>
        </pc:sldMkLst>
      </pc:sldChg>
      <pc:sldChg chg="del">
        <pc:chgData name="Yasmine AISSA" userId="c49615ed-9cc6-4a52-85fc-c583af0ddf2f" providerId="ADAL" clId="{C1E26B80-9E14-4479-9694-990F20F05C7F}" dt="2025-10-02T12:59:15.304" v="936" actId="47"/>
        <pc:sldMkLst>
          <pc:docMk/>
          <pc:sldMk cId="1091974974" sldId="2147482645"/>
        </pc:sldMkLst>
      </pc:sldChg>
      <pc:sldChg chg="delSp modSp del mod">
        <pc:chgData name="Yasmine AISSA" userId="c49615ed-9cc6-4a52-85fc-c583af0ddf2f" providerId="ADAL" clId="{C1E26B80-9E14-4479-9694-990F20F05C7F}" dt="2025-10-02T13:00:01.748" v="987" actId="47"/>
        <pc:sldMkLst>
          <pc:docMk/>
          <pc:sldMk cId="122638338" sldId="2147482646"/>
        </pc:sldMkLst>
      </pc:sldChg>
      <pc:sldChg chg="addSp modSp add del mod">
        <pc:chgData name="Yasmine AISSA" userId="c49615ed-9cc6-4a52-85fc-c583af0ddf2f" providerId="ADAL" clId="{C1E26B80-9E14-4479-9694-990F20F05C7F}" dt="2025-10-02T12:59:13.591" v="930" actId="47"/>
        <pc:sldMkLst>
          <pc:docMk/>
          <pc:sldMk cId="1824099733" sldId="2147482647"/>
        </pc:sldMkLst>
      </pc:sldChg>
      <pc:sldChg chg="modSp add del mod">
        <pc:chgData name="Yasmine AISSA" userId="c49615ed-9cc6-4a52-85fc-c583af0ddf2f" providerId="ADAL" clId="{C1E26B80-9E14-4479-9694-990F20F05C7F}" dt="2025-10-02T12:59:13.527" v="929" actId="47"/>
        <pc:sldMkLst>
          <pc:docMk/>
          <pc:sldMk cId="2418423703" sldId="2147482648"/>
        </pc:sldMkLst>
      </pc:sldChg>
      <pc:sldChg chg="delSp add del setBg delDesignElem">
        <pc:chgData name="Yasmine AISSA" userId="c49615ed-9cc6-4a52-85fc-c583af0ddf2f" providerId="ADAL" clId="{C1E26B80-9E14-4479-9694-990F20F05C7F}" dt="2025-09-17T10:47:27.413" v="184" actId="47"/>
        <pc:sldMkLst>
          <pc:docMk/>
          <pc:sldMk cId="2360950205" sldId="2147482649"/>
        </pc:sldMkLst>
      </pc:sldChg>
      <pc:sldChg chg="modSp add del mod">
        <pc:chgData name="Yasmine AISSA" userId="c49615ed-9cc6-4a52-85fc-c583af0ddf2f" providerId="ADAL" clId="{C1E26B80-9E14-4479-9694-990F20F05C7F}" dt="2025-10-02T12:59:13.435" v="927" actId="47"/>
        <pc:sldMkLst>
          <pc:docMk/>
          <pc:sldMk cId="3495545145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5:36.839" v="178" actId="47"/>
        <pc:sldMkLst>
          <pc:docMk/>
          <pc:sldMk cId="3718936121" sldId="2147482649"/>
        </pc:sldMkLst>
      </pc:sldChg>
      <pc:sldChg chg="delSp add del setBg delDesignElem">
        <pc:chgData name="Yasmine AISSA" userId="c49615ed-9cc6-4a52-85fc-c583af0ddf2f" providerId="ADAL" clId="{C1E26B80-9E14-4479-9694-990F20F05C7F}" dt="2025-09-17T10:46:57.720" v="183" actId="47"/>
        <pc:sldMkLst>
          <pc:docMk/>
          <pc:sldMk cId="1017739006" sldId="2147482650"/>
        </pc:sldMkLst>
      </pc:sldChg>
      <pc:sldChg chg="modSp add del mod">
        <pc:chgData name="Yasmine AISSA" userId="c49615ed-9cc6-4a52-85fc-c583af0ddf2f" providerId="ADAL" clId="{C1E26B80-9E14-4479-9694-990F20F05C7F}" dt="2025-10-02T12:59:13.324" v="924" actId="47"/>
        <pc:sldMkLst>
          <pc:docMk/>
          <pc:sldMk cId="4222025185" sldId="2147482650"/>
        </pc:sldMkLst>
      </pc:sldChg>
      <pc:sldChg chg="modSp add del mod">
        <pc:chgData name="Yasmine AISSA" userId="c49615ed-9cc6-4a52-85fc-c583af0ddf2f" providerId="ADAL" clId="{C1E26B80-9E14-4479-9694-990F20F05C7F}" dt="2025-09-18T09:06:39.360" v="337" actId="47"/>
        <pc:sldMkLst>
          <pc:docMk/>
          <pc:sldMk cId="4217337070" sldId="2147482651"/>
        </pc:sldMkLst>
      </pc:sldChg>
      <pc:sldChg chg="modSp add del">
        <pc:chgData name="Yasmine AISSA" userId="c49615ed-9cc6-4a52-85fc-c583af0ddf2f" providerId="ADAL" clId="{C1E26B80-9E14-4479-9694-990F20F05C7F}" dt="2025-10-02T12:59:13.256" v="921" actId="47"/>
        <pc:sldMkLst>
          <pc:docMk/>
          <pc:sldMk cId="2952499072" sldId="2147482652"/>
        </pc:sldMkLst>
      </pc:sldChg>
      <pc:sldChg chg="modSp add del mod">
        <pc:chgData name="Yasmine AISSA" userId="c49615ed-9cc6-4a52-85fc-c583af0ddf2f" providerId="ADAL" clId="{C1E26B80-9E14-4479-9694-990F20F05C7F}" dt="2025-10-02T12:59:13.128" v="917" actId="47"/>
        <pc:sldMkLst>
          <pc:docMk/>
          <pc:sldMk cId="2583753152" sldId="2147482653"/>
        </pc:sldMkLst>
      </pc:sldChg>
      <pc:sldChg chg="addSp delSp modSp add del mod">
        <pc:chgData name="Yasmine AISSA" userId="c49615ed-9cc6-4a52-85fc-c583af0ddf2f" providerId="ADAL" clId="{C1E26B80-9E14-4479-9694-990F20F05C7F}" dt="2025-10-02T12:59:13.066" v="915" actId="47"/>
        <pc:sldMkLst>
          <pc:docMk/>
          <pc:sldMk cId="451780649" sldId="2147482654"/>
        </pc:sldMkLst>
      </pc:sldChg>
      <pc:sldChg chg="modSp add del mod">
        <pc:chgData name="Yasmine AISSA" userId="c49615ed-9cc6-4a52-85fc-c583af0ddf2f" providerId="ADAL" clId="{C1E26B80-9E14-4479-9694-990F20F05C7F}" dt="2025-10-02T12:59:14.024" v="932" actId="47"/>
        <pc:sldMkLst>
          <pc:docMk/>
          <pc:sldMk cId="1716514616" sldId="2147482655"/>
        </pc:sldMkLst>
      </pc:sldChg>
      <pc:sldChg chg="modSp add del mod">
        <pc:chgData name="Yasmine AISSA" userId="c49615ed-9cc6-4a52-85fc-c583af0ddf2f" providerId="ADAL" clId="{C1E26B80-9E14-4479-9694-990F20F05C7F}" dt="2025-10-02T12:59:13.637" v="931" actId="47"/>
        <pc:sldMkLst>
          <pc:docMk/>
          <pc:sldMk cId="1930678107" sldId="2147482656"/>
        </pc:sldMkLst>
      </pc:sldChg>
      <pc:sldChg chg="addSp delSp modSp add del mod">
        <pc:chgData name="Yasmine AISSA" userId="c49615ed-9cc6-4a52-85fc-c583af0ddf2f" providerId="ADAL" clId="{C1E26B80-9E14-4479-9694-990F20F05C7F}" dt="2025-10-02T12:59:11.659" v="900" actId="47"/>
        <pc:sldMkLst>
          <pc:docMk/>
          <pc:sldMk cId="604492189" sldId="2147482657"/>
        </pc:sldMkLst>
      </pc:sldChg>
      <pc:sldChg chg="modSp add del mod">
        <pc:chgData name="Yasmine AISSA" userId="c49615ed-9cc6-4a52-85fc-c583af0ddf2f" providerId="ADAL" clId="{C1E26B80-9E14-4479-9694-990F20F05C7F}" dt="2025-10-02T12:59:12.301" v="905" actId="47"/>
        <pc:sldMkLst>
          <pc:docMk/>
          <pc:sldMk cId="3833540649" sldId="2147482658"/>
        </pc:sldMkLst>
      </pc:sldChg>
      <pc:sldChg chg="add del">
        <pc:chgData name="Yasmine AISSA" userId="c49615ed-9cc6-4a52-85fc-c583af0ddf2f" providerId="ADAL" clId="{C1E26B80-9E14-4479-9694-990F20F05C7F}" dt="2025-09-23T10:30:11.122" v="691" actId="47"/>
        <pc:sldMkLst>
          <pc:docMk/>
          <pc:sldMk cId="3355076544" sldId="2147482659"/>
        </pc:sldMkLst>
      </pc:sldChg>
      <pc:sldChg chg="modSp add del mod">
        <pc:chgData name="Yasmine AISSA" userId="c49615ed-9cc6-4a52-85fc-c583af0ddf2f" providerId="ADAL" clId="{C1E26B80-9E14-4479-9694-990F20F05C7F}" dt="2025-10-02T12:59:12.271" v="904" actId="47"/>
        <pc:sldMkLst>
          <pc:docMk/>
          <pc:sldMk cId="2119536583" sldId="21474826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0C341-CBD0-44EB-92C6-E3537FC82E53}" type="datetimeFigureOut">
              <a:t>04/11/2025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F66B-F9B5-4C55-9487-9B736C4268C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6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BEF0E-C6BC-3FA9-8DFF-C2198B3D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7F5B3B-F69A-D095-7BFE-EA327B296C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3EAFB3-5015-6922-298B-C6EF2623DC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ADB075-AFB0-46A1-9838-FAF2A84BDDAD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74C7-F913-F604-1439-E6F1E2E6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591EA7-4D49-34EF-F141-EADA4374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B9A01B-E266-6530-AADD-CC2CDEF9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25431-7EA8-3B7F-2C1C-424FA656A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8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9E0-DFCA-A75F-FCBE-ECAE17E2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529F11-D707-821B-7B7F-2509A611D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5D5EF0-27AE-A4A3-195A-567E44F82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95ACBE-8E81-EFE9-EB7D-5572EA1B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1FF-9970-9DAC-7224-6ED9D51E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8C7484-9918-5FBA-AB11-A65B1E135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BFD5E37-6C56-8F44-B22E-80BB050B1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FFE923-1CF8-CC14-FD97-8647906CF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55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5ED7-DD52-CE8A-C951-4BA14D6D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49D3BB-3024-CDF0-62A6-CD097D330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E87AD10-504F-3FF3-C34F-3A506719C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4D563C-D3AB-3DE7-CC2D-9A8BEF085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712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6874-F5D9-3C35-D3DF-0FDB5756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C7D98E-1799-A4B1-4DEA-023DC34F8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D8F1B5-1C89-4084-E165-FA3360F4A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4DFC2C-F24A-0EAB-4100-32256154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10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2C66-5F38-78EC-226A-23211DA4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A54A918-DDC2-A05C-9F9D-9A3A55897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DCE5A2-A487-A625-6DA2-5E639F73B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8EB3E1-6ABD-41B8-51E9-6A3FBD56A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943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B5D8-A08E-FDFE-2E2A-3813D46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7A1AA7-82BB-18FC-6B90-8CF6DF2A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93331F-4219-46A5-EAD6-72D308E9A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47B10F-04DB-EB41-D828-98996DD29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59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FBB3-3DBC-F4FA-6A50-8CC60CC9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A3CA57-897A-C5E1-80F3-9C827965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2AF3B6-93C9-18EF-7273-6CEB1DA6D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B2C3EE-EB98-0273-E289-4C610EE4E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470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7E8B-A183-96AC-5577-1EABA734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8AD41C-8E86-0B62-5147-A7C48D2A6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E8F73C0-ED41-8802-33A4-1BA08198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775523-EBE4-F958-2A5E-F50F43055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109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E484-F0C7-13D8-1B75-00D6E882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8FE167-4F24-B198-5176-495A156A5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74EE532-09FE-9640-CEC4-69C013805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34A5E-1225-5A8B-2357-CF5D280C0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733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7F7D-42BE-DFC6-AFB7-B138ED9B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6C2A9E-17EE-3F00-68B8-BC4CB33AA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CD1482-58BD-87ED-8D62-1362FADE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117D5B-3DF5-0BC0-BF4D-82B2A279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057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BE03-9EEA-162A-C4A8-CBF5CB912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11D335-BC8A-7249-7E7F-226C3B26C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59F08A-5131-E3CB-4EEF-EA2116758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73C982-497D-672F-6259-FF31758BA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676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7D0C-51C4-AA66-C19C-0795D106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1294243-ACCB-94E3-BDB0-4A6278293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F15FAE-BB90-150B-27F4-A19DA4444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BA933-FFFB-931E-D61E-3F52398D0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671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B684-9B86-B17D-641E-B8E0C78E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A0BCF1-61EB-8411-5CEC-EC7FC7E1A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8F9C8C-CFF0-3D24-4523-153BE32DE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CBDFA5-57FE-3E29-07E4-E58CD5A14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056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F480-EC7F-513D-BD4E-BCFDB766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F983E3-A13F-8B40-218A-E11D4A7C0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69E075-0E15-6535-A9F2-B66C530B3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4F6E80-605A-CC4E-987A-770B2E0DA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36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D9C7B-0404-1CCD-3DA2-E2EF26B7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A459C04-446A-D976-1D7A-F5B1EE7F5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CF9733-5064-EEF2-094A-0DF40794A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95AC8-FDF6-E402-9472-78A183D95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1840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6E90-4171-780B-0B74-C32ADEF7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A8DD1D-AFBF-9643-21D9-2D2C79DBE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EB2734-717B-0185-0BBD-1AC4BF920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00087A-13D1-CD9F-B926-D839BB826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117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E42F-1305-B283-021C-CDC8B6E54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9568F0-0CED-F1F5-D56C-5513935A1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A074CB-2EAA-5CE7-5194-335BD2F0D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770693-DD72-CB68-E182-573D88074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107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F0EDE-8D33-8517-0CF8-1E50AAAB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A4017C4-B985-806F-FA71-1B47453FB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7A4F57-0070-B3BA-A409-64E373497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823796-73C1-E741-E563-9E6FEE837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891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B0A9-5C37-7B50-A461-ED35C0D9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D21C69-1A89-CF41-8585-43C30AA4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0323B7-2142-B702-DB8D-2C434FD8C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8C5383-CCF0-B9CE-BBFF-25989FB78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808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99D2-986B-44EE-C335-F0435CAB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3EA688-3DA6-0DD7-5F66-589A36DD6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7D2707-98CF-17A9-46BE-7DC385E1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79E3E3-88E1-EE7D-588B-27B2BD764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1510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1384-BC35-F97D-80BD-74873F2B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D9B4BA-5664-F2F2-CBF0-089E697BD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8336CA-FF60-84D7-6D70-CCCC0EFD9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A90957-1FF4-398B-BC45-DDA744F82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9023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ED1F-8690-9EA4-49EA-4D34BCA4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C60AD0-9626-2709-9C3C-21C46D1F7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DA6D79-68C1-C3F5-210C-41F149138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B3857E-538E-7544-2B8B-F6CCA9D05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0330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719E-46E3-235A-78B3-B9313EA4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42800C-68DF-1324-6A5B-44EB45243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910879-244B-D4EF-4D24-A389FBE5C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99C11D-E0F7-7BD0-FFB9-6892B84EA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43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2014-3C00-3B38-5B7C-6863D561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F7774C-4E00-91FF-21C8-AF1D3B5DE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5CF705-8817-F4AF-3656-0701FDEEC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EF4625-4D1F-AD45-9919-E8B91FD91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855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E403-F861-44C4-3880-BCC53E0A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0AABBE-B5F7-28E4-4880-791A5DEE3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180088-6678-835A-852A-10D28FA9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24ACDB-9D26-FC76-9A4A-F2A6DC499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F66B-F9B5-4C55-9487-9B736C4268C0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62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 couleur">
    <p:bg>
      <p:bgPr>
        <a:solidFill>
          <a:srgbClr val="469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1" descr="Une image contenant capture d’écran, conception, verre, art&#10;&#10;Description générée automatiquement">
            <a:extLst>
              <a:ext uri="{FF2B5EF4-FFF2-40B4-BE49-F238E27FC236}">
                <a16:creationId xmlns:a16="http://schemas.microsoft.com/office/drawing/2014/main" id="{859F0A23-531B-F311-040E-141926CB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35" y="0"/>
            <a:ext cx="12181161" cy="68519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Forme libre 27">
            <a:extLst>
              <a:ext uri="{FF2B5EF4-FFF2-40B4-BE49-F238E27FC236}">
                <a16:creationId xmlns:a16="http://schemas.microsoft.com/office/drawing/2014/main" id="{15B3C033-0960-C668-C726-4383861A76A5}"/>
              </a:ext>
            </a:extLst>
          </p:cNvPr>
          <p:cNvSpPr/>
          <p:nvPr/>
        </p:nvSpPr>
        <p:spPr>
          <a:xfrm>
            <a:off x="-12024" y="-12701"/>
            <a:ext cx="12204021" cy="68707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900416"/>
              <a:gd name="f7" fmla="val 6851904"/>
              <a:gd name="f8" fmla="val 1048512"/>
              <a:gd name="f9" fmla="val 182880"/>
              <a:gd name="f10" fmla="+- 0 0 -90"/>
              <a:gd name="f11" fmla="*/ f3 1 7900416"/>
              <a:gd name="f12" fmla="*/ f4 1 6851904"/>
              <a:gd name="f13" fmla="+- f7 0 f5"/>
              <a:gd name="f14" fmla="+- f6 0 f5"/>
              <a:gd name="f15" fmla="*/ f10 f0 1"/>
              <a:gd name="f16" fmla="*/ f14 1 7900416"/>
              <a:gd name="f17" fmla="*/ f13 1 6851904"/>
              <a:gd name="f18" fmla="*/ 7900416 f14 1"/>
              <a:gd name="f19" fmla="*/ 0 f13 1"/>
              <a:gd name="f20" fmla="*/ 1048512 f14 1"/>
              <a:gd name="f21" fmla="*/ 6851904 f13 1"/>
              <a:gd name="f22" fmla="*/ 0 f14 1"/>
              <a:gd name="f23" fmla="*/ 182880 f14 1"/>
              <a:gd name="f24" fmla="*/ f15 1 f2"/>
              <a:gd name="f25" fmla="*/ f18 1 7900416"/>
              <a:gd name="f26" fmla="*/ f19 1 6851904"/>
              <a:gd name="f27" fmla="*/ f20 1 7900416"/>
              <a:gd name="f28" fmla="*/ f21 1 6851904"/>
              <a:gd name="f29" fmla="*/ f22 1 7900416"/>
              <a:gd name="f30" fmla="*/ f23 1 7900416"/>
              <a:gd name="f31" fmla="*/ f5 1 f16"/>
              <a:gd name="f32" fmla="*/ f6 1 f16"/>
              <a:gd name="f33" fmla="*/ f5 1 f17"/>
              <a:gd name="f34" fmla="*/ f7 1 f17"/>
              <a:gd name="f35" fmla="+- f24 0 f1"/>
              <a:gd name="f36" fmla="*/ f25 1 f16"/>
              <a:gd name="f37" fmla="*/ f26 1 f17"/>
              <a:gd name="f38" fmla="*/ f27 1 f16"/>
              <a:gd name="f39" fmla="*/ f28 1 f17"/>
              <a:gd name="f40" fmla="*/ f29 1 f16"/>
              <a:gd name="f41" fmla="*/ f30 1 f16"/>
              <a:gd name="f42" fmla="*/ f31 f11 1"/>
              <a:gd name="f43" fmla="*/ f32 f11 1"/>
              <a:gd name="f44" fmla="*/ f34 f12 1"/>
              <a:gd name="f45" fmla="*/ f33 f12 1"/>
              <a:gd name="f46" fmla="*/ f36 f11 1"/>
              <a:gd name="f47" fmla="*/ f37 f12 1"/>
              <a:gd name="f48" fmla="*/ f38 f11 1"/>
              <a:gd name="f49" fmla="*/ f39 f12 1"/>
              <a:gd name="f50" fmla="*/ f40 f11 1"/>
              <a:gd name="f51" fmla="*/ f41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6" y="f47"/>
              </a:cxn>
              <a:cxn ang="f35">
                <a:pos x="f48" y="f49"/>
              </a:cxn>
              <a:cxn ang="f35">
                <a:pos x="f50" y="f49"/>
              </a:cxn>
              <a:cxn ang="f35">
                <a:pos x="f50" y="f47"/>
              </a:cxn>
              <a:cxn ang="f35">
                <a:pos x="f51" y="f47"/>
              </a:cxn>
              <a:cxn ang="f35">
                <a:pos x="f46" y="f47"/>
              </a:cxn>
            </a:cxnLst>
            <a:rect l="f42" t="f45" r="f43" b="f44"/>
            <a:pathLst>
              <a:path w="7900416" h="6851904">
                <a:moveTo>
                  <a:pt x="f6" y="f5"/>
                </a:moveTo>
                <a:lnTo>
                  <a:pt x="f8" y="f7"/>
                </a:lnTo>
                <a:lnTo>
                  <a:pt x="f5" y="f7"/>
                </a:lnTo>
                <a:lnTo>
                  <a:pt x="f5" y="f5"/>
                </a:lnTo>
                <a:lnTo>
                  <a:pt x="f9" y="f5"/>
                </a:lnTo>
                <a:lnTo>
                  <a:pt x="f6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buNone/>
            </a:pPr>
            <a:endParaRPr lang="fr-FR"/>
          </a:p>
          <a:p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ACAFF8-5FAF-3A4C-FD9F-0C2AF84F3148}"/>
              </a:ext>
            </a:extLst>
          </p:cNvPr>
          <p:cNvSpPr>
            <a:spLocks noMove="1" noResize="1"/>
          </p:cNvSpPr>
          <p:nvPr/>
        </p:nvSpPr>
        <p:spPr>
          <a:xfrm>
            <a:off x="6272692" y="-1487536"/>
            <a:ext cx="6259552" cy="9155155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      </a:t>
            </a:r>
          </a:p>
        </p:txBody>
      </p:sp>
      <p:pic>
        <p:nvPicPr>
          <p:cNvPr id="6" name="Image 20" descr="Une image contenant Police, capture d’écran, texte, Graphique&#10;&#10;Description générée automatiquement">
            <a:extLst>
              <a:ext uri="{FF2B5EF4-FFF2-40B4-BE49-F238E27FC236}">
                <a16:creationId xmlns:a16="http://schemas.microsoft.com/office/drawing/2014/main" id="{98EF276E-668C-4054-FACF-3288B96275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430" y="-101909"/>
            <a:ext cx="2778651" cy="154732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CAF016-717A-AD95-5291-C0F4D2AC35DF}"/>
              </a:ext>
            </a:extLst>
          </p:cNvPr>
          <p:cNvSpPr txBox="1"/>
          <p:nvPr/>
        </p:nvSpPr>
        <p:spPr>
          <a:xfrm>
            <a:off x="606974" y="2736098"/>
            <a:ext cx="556768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 err="1"/>
              <a:t>Statistiques</a:t>
            </a:r>
            <a:r>
              <a:rPr lang="en-US" sz="4000" b="1" dirty="0"/>
              <a:t> </a:t>
            </a:r>
            <a:r>
              <a:rPr lang="en-US" sz="4000" b="1" dirty="0" err="1"/>
              <a:t>régionales</a:t>
            </a:r>
            <a:r>
              <a:rPr lang="en-US" sz="4000" b="1" dirty="0"/>
              <a:t> </a:t>
            </a:r>
          </a:p>
          <a:p>
            <a:pPr algn="ctr"/>
            <a:r>
              <a:rPr lang="en-US" sz="4000" b="1" dirty="0"/>
              <a:t>TX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A3DE-F824-6969-FBBE-29B03F9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05C4F24-C0D3-D8A4-4A07-09025D3625B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GRAND EST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5152B-F54A-D67B-EE0D-3FA1A3FD83CC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34DF538-E9F0-0B44-F589-4C4181D1DC8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68E728-29DA-5619-520D-D31DD10B32B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4FA8746-EC27-654C-3EDB-4C62D6AECB7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B6B17BC-BD6F-59FD-F6DE-1C085985088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EB093F-3859-DD65-1AEA-C6212D612C79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864B921-D628-B035-C269-AF31B6F214E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36B8C32A-10F3-AABC-47C3-F57F9790D536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F645B7-87F0-063E-C7B7-0E7204423537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8548204-8463-017A-5B00-A150C1ACE85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72E7E6F-B8DA-80BB-0979-A84CE5A38F1B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D34F4E2-18A7-A3E6-AC08-68098503A2BB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331207E-2426-D839-E53D-7F7202CEC9F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644FEC8-F01F-D84A-4E4D-A82FEC9A024C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B7B3ABC-6992-3752-38B4-91E939E95DE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5145C4F-87FD-E168-A336-D1720BED76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D83494-E176-ED6E-7A8D-E990E1DE660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4935BA-B20B-5DB1-607D-8F22A7B494DF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C176308-978F-C2F9-AF60-2B183A7ECCD9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3F455FD-E88D-7405-991E-37B0C6E19242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F0C018C-4817-0181-3947-A844488E1C3B}"/>
              </a:ext>
            </a:extLst>
          </p:cNvPr>
          <p:cNvSpPr txBox="1"/>
          <p:nvPr/>
        </p:nvSpPr>
        <p:spPr>
          <a:xfrm>
            <a:off x="6514002" y="6143564"/>
            <a:ext cx="56779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Exclusion de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703E699-58D8-6B8F-DC7F-483326C52C7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82BC159-8C69-90AA-C743-30D6C1510E8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8F2ED3A9-C606-2360-429B-8964A569658A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0FA3554-BCDE-82BB-C72D-7D4316538EA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9059AEF7-F9F1-A4C0-D049-7015D974FE7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439E817-8025-6F3A-45F8-E05DEB4726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FD611A0-15EF-B4EF-4E1D-9A9A44C2670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87D19F-1836-F7C5-AA3C-70B83B12E70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8BFECA-35A7-3952-D0D3-4C4790A3BA0D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00EACE-7FD2-4185-F16B-072F09247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91686C-ABAD-70A6-7C59-37E44BF72CC3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EE8C1B-8817-6191-CEAA-7BD203323ED3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FB0924-12AC-F997-0B77-A4FAD0987D96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690D36-67F3-1151-F205-590C3364094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7B5E32-AC53-FF22-17C2-62CD54BC61BA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AA6D7A8-92F7-0AFD-DF8E-D060716EE594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EC5DF12C-6ADE-ED2F-A129-E1124BB014E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50C04745-4579-1D45-4641-64DEAF39FF0D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4FBCC95-45D7-55B5-0FF0-33FE36C06E29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689E069-C1D1-30F8-8A68-11B873A785A4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8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A01-5460-2495-18B8-08FA4F96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678E8C-D513-5D13-F6AA-E46FDD6AED1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1A3736-64E6-8F6B-A476-D87E8F65193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GRAND EST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0C0E378-238D-CF37-252B-FB9BA569A50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FC6F767-A620-4AF8-712C-D56929915C4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475E2AB-25C7-A228-E7F8-948E8D49179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BEA8D84-EF27-B5E3-C357-95AFD5A99B8B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CFB2F85-F6B5-3541-8622-50DE6E8B006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B365DD-07F0-78AA-3A59-A9DE0909394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89DEFED-9F28-18CE-DD79-76C09B485721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998B906-5A07-15E1-81E3-35AA3928E09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53D10A0-ED3C-0C82-54CF-45070514569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9B4D0AB9-747B-8924-C53B-B7EA78D5DAB9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BA65AD-58D6-AA95-7815-8EAC9E023D1D}"/>
              </a:ext>
            </a:extLst>
          </p:cNvPr>
          <p:cNvSpPr txBox="1"/>
          <p:nvPr/>
        </p:nvSpPr>
        <p:spPr>
          <a:xfrm>
            <a:off x="108032" y="6200176"/>
            <a:ext cx="56785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Périmètre : Exclusion de </a:t>
            </a:r>
            <a:r>
              <a:rPr lang="fr-FR" sz="1000" dirty="0"/>
              <a:t>Haut-Rhin, Bas-Rhin</a:t>
            </a:r>
            <a:r>
              <a:rPr lang="fr-FR" sz="1000" i="0" u="none" strike="noStrike" baseline="0" dirty="0"/>
              <a:t>, Moselle,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714614-B623-0AC2-EE14-19E3F5C4A0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094D693-A649-EFAF-F30C-83E1AD923031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307E5D1-3D01-9F6E-8F4F-684F492E3C3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12EACBC-F4AB-6ECA-AA06-32D8EB5D2D4A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6AA4C82-D82C-DEFB-1F77-50AEBF9ABBCC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BC43AB-7394-6281-2CD1-63CCD1ECB03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47D684F2-CC6D-B3C9-CC6C-C90B542D7D51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00F295-6306-F532-959F-02D6A488AD6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57C9BB7-CDB3-E71A-1F34-628958B555D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D24B473-3441-75E9-5931-132943AE1E90}"/>
              </a:ext>
            </a:extLst>
          </p:cNvPr>
          <p:cNvSpPr/>
          <p:nvPr/>
        </p:nvSpPr>
        <p:spPr>
          <a:xfrm>
            <a:off x="2863240" y="3383909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205BDB-966C-465F-B95D-DA23463B3D46}"/>
              </a:ext>
            </a:extLst>
          </p:cNvPr>
          <p:cNvSpPr/>
          <p:nvPr/>
        </p:nvSpPr>
        <p:spPr>
          <a:xfrm>
            <a:off x="4669876" y="3397243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W%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73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256A-500A-278C-7F4F-655AE62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7C15B7A-A756-EA84-FDBD-69B5FC3C705D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CENTRE VAL DE LOIRE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3C601C-1F82-6D99-29CF-362825AE299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C37B0DC-17AC-7063-C1FF-38682E15B23B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BC8F09E-A5B6-3375-AA10-CABC3A91B4D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C0012FB-EF92-1D3E-87AF-19D5108D872B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4932FF8-134D-5013-9E12-E588C303CD89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D0CC7AC-963F-5E0B-D096-4ABDE664C60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D4B72B3-AD8D-B9A3-0B1B-37B2D77B756A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40AC98E-AF8E-C632-8734-950807B40E14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EDF9B85-563B-B965-2325-083E859407AC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1DCBF14-EBF3-E8B2-8271-6C1A1A3A469F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3AB808D-5F9B-447E-F1F7-B756D8AEA331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5B0ADB19-B082-B5C7-6DE9-F28961C3331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E20C3CA-4D0A-CC5B-2CED-B5B800BED2DF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68B9D1-4662-16EC-A0A9-44291EB95388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CC1EB46-158B-977B-9478-E2AE88788486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A4ED092-01D9-B8AF-8547-9A99942D147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1813308-E382-7539-DA7D-5F27079DAD2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16C38C4-7F2B-6951-6392-8CA0F44D3A71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D472724-2CD6-6900-2CE5-7CBC84DFA0AD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0DDF655-A001-0353-F75C-8CE53585000D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1C938DA-03F5-3ADB-812A-D80FA91C069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66BE592-2320-2CAF-11CD-296F2F53DA75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6961963-2B39-6804-2639-265E82CEB79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52C49962-6F31-A066-F47D-0A67F73A14F3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203B48D-BD63-7452-B23A-AFFD29DC6CAF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CBA97A4-AF24-897C-B371-6B5BC1D653B5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0CBBBE7-B79C-A171-B6ED-34D7DACACE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F802CC9-573F-39BF-1526-811D57D4E731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1062DE5-F0D8-2970-0F7F-7C81BA869763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39915-4EDF-BB17-F93A-FD0C61C7AE03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502FE3-68F4-DB5D-B9AD-40FAF2858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E846268-A42A-C050-4519-D57A480F2040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BABF8CE-069F-9794-6CB0-129CE7494D80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5E2F90-C3F5-1F7C-2BBC-B97EB4785560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9060C4-4D92-60B2-2304-7DDD78271EB3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41D0D26-FD78-F905-35D6-774884E4B1BF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C29DD295-E17D-AAF9-B610-D7406E42D5B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F7C63CFA-D7A0-0996-B1C7-DC0A43DA1148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7C487218-C7DF-1B76-22C0-86853F79D3F1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6CC501D-A4E9-AF65-9777-6AAF4D7493E2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6AD397D-7F04-BD66-F663-5434ABBD8DCB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554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147E-DD09-7B2F-9B1C-27CA6D7F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890326-8FE2-F936-CF65-9F42DCD4EDB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D511E5-95F9-CE83-94CE-A1010F728D38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CENTRE VAL DE LOIRE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98517DF-7D66-1D50-1CC0-F7024750F94D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576E954-AAA2-8087-05AA-F37E07591E2A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AE5B6F0-3569-FD02-8A84-7ACA0716E5E7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49BD539-E545-9802-A477-7401AA62AD90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0300B5C-8FFA-AD3C-566E-EB9DF660F3FC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71C9858A-E444-C299-97B3-F9AD779AB140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5B1712A-FBAF-A870-1789-4DA23DC29B9A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CF9FBCF2-046F-C882-817A-424EFC1A5C00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A13325-0D36-F422-ED53-5B17ACBBFAD0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0969A1B-D7EF-AF1B-E28E-EF6169D82CED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84D78FE-2996-7F38-AB5F-0B15D0500341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5035353B-80E7-6556-C81A-DF2707328B4C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62987D4-DE86-DB8A-42E2-4DA007EBEBA2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EAF72BA-8628-D698-D509-4BC229F36C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2E9F7E6-6022-A7EF-B142-FF983E438883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6A1AEDE-2F72-AB08-C46A-A85852ACB97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2435CE0-7DF7-229A-EE29-A9F0C2AFC038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06A3A4-237B-F0F0-0628-3DB3E3FF08E2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5EBEAAA-584F-14F0-3D7A-2D2D12EB9928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EF903BDC-3E67-0B90-AB5D-4F0AB4C06C29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AB68521-2518-AD48-401A-A872E6C96A91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05F35FA-B075-9468-9295-344FC7C07308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15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38A1-F31E-457D-EBA9-9F6EC5BA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4C15374-82F5-2DD8-FDCC-947A378FF87E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CORSE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1E285B-29A7-5375-BA03-AF1B550FF931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CBD92A5-C78A-8782-7C37-2A04691195CC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430ABE1-912F-7AC9-CB30-56CB1EDB8F4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417BDB4-5764-FFFD-72B4-84EBB30DA79E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EBE7009-D299-B9F6-3671-4061BB35299C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4AEA21F-B522-C41B-9D3E-52005A17B39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AF4F468-8019-8733-C8F5-5C147B59802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4A8C6A7-0810-E5FC-B2A5-8EB2A0D3B85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7454985-25A4-EAD8-FF77-C8EE40FB721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DA5E7A8-46F8-4D4C-F7E1-1BB1BE6FB79B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85134E7-2916-6D75-144E-9365DD71ECB6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376105E9-061A-50FC-BF63-368284EC8CB3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0850AF4A-A6CF-235F-AB37-731D55EEAFD9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961F769-AE78-4E0B-4CE0-8646928C1CC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70EA6B8-E2BC-D945-4E72-C9A946BF2003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0330D94-6843-57DD-57AB-1D897B83D5BF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0E9E568-CFC9-681F-79B7-8B8424D8DE8B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A35A41D-9727-9C2B-C25C-AB49708BCFA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636CB0D0-2A58-B210-9F7E-87AB4E09E87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9A339D7C-09EF-D55E-6ABB-60BA514FEA44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72D801-6A2E-1501-B465-BC8B69F4290A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450E86B-30BA-527B-5427-956F4C6B187A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3773367-0D66-1B9F-1E84-21A42EDB960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5B0D53D-EEC6-9F3B-9E28-BF9D5E9B4684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8A5E8F9-C830-FDE8-E3CE-4A677F9FEFDB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28B04E64-B281-01F0-962D-45437AFBA8A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55372A8-9EAF-A742-C2DB-39ACA8BB06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606B1B1-BCAC-94A2-41AF-C6BA1514D13B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6410C83-1774-1549-8878-07A531947EDB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DE63E19-267D-E732-97E6-83BD4EC30AB4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1EB5BB-975D-6B19-3BDC-5CD771A0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8C2D478-A9CE-8148-5DE2-36F0560607E2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245044-7AB0-D126-3A79-FD6118F137E9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FBDBD4-66D2-C992-5C30-A5EF8F620B01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D3E8D8A-D61B-27D9-1969-82FC78F7E1CA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F0EB5F-6012-F323-5584-5FF055533266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D62EAC3-C19F-88BB-162B-CAC5550728D2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956BC6D2-2D9A-F8F5-3CB4-0BD09E7D726B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A5518732-525B-57C5-AF3B-58F872836A5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D3004EA1-1376-9068-2DB5-E03D79B4BE66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AEEFEAA2-397F-E805-DF68-2F0FF6A4119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08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B6C9-ABE1-BAD9-2769-D5E4F5B3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C456EC-E82A-F4F4-59C8-B665531EDEAF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EB52AD-5CB4-71C2-9E75-6E11E5D01AB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CORSE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5597C3F-B410-A90A-E0A0-6F63110C372F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76CAD7F-F86D-2BDD-6CFF-9779F774DA2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1B9EF54-886D-281D-450E-4DF4F87D00F1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45AEBFC-5CFD-5AB4-AC83-AA971A29EDDD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8021506-AFD2-D5D0-3BF7-F225223D0061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CAACF1AB-40AA-B2ED-BCAD-C4BF3114FA2C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EDFBCDD-2F5D-265C-8523-062C455171F7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1C0C176-E446-9A53-8B2E-9FC7F7C47019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0617DDD-0A25-5A3B-6944-E502C53F16F1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5CA99C3-1744-57E7-52F0-4CF3642EB964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1A9B9A5-63ED-4416-A119-5AE667CF93F6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5BB512D3-1A05-4C07-B2EA-46638B962FCB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E9AB41-AA15-BD13-AD53-B4946837A216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3B0EDE-2CC3-5E38-D0EF-81D82C4EB4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EA31D1-7236-563C-BAF6-8F936271A3FD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6F4BF3E-AA30-72C0-0BB8-DE7A6F91201E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E33B170-E8D4-9B5D-31B1-43A92CA255DD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40F3107-B7F2-3D5C-F7AF-080E1801BA59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EBEE1D8-6181-E4AB-99D9-8973BA0D9D9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6A43DB7D-143B-E3DE-1409-BC0F2B78FA72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EF6E36B-B5AD-FC99-F9FC-97BD133E0D0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0D76D21-428D-ECF5-7E5E-648532C3AD0B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2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0345-4422-6CE6-FCEF-E95656F9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4BF21F-C898-35CC-DE07-4BA9F8A711F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HAUTS DE FRANCE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F6DBE0-0A4B-F3FB-E5DD-F38D54C2968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F167716-24B6-92D5-52A9-D1F50338FDD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585E13-737F-FE5D-DF62-B44391FAE05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A19B6E6-82CF-3F7E-7CC2-C0FD4F5E62FC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6B355D2-84F3-67CC-4509-534C06B72A8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69FC038-864C-D605-0174-31505791AC54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CD2B304-23F9-492B-0E7F-659173F886A6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2A6B977-7F21-8177-0A92-F643F95D7F59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3390A49-C915-C60C-DE69-BB90B12D3188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3DE5D79-5841-0CB0-E1F6-4BCD89945C2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CE114D7-F04E-B719-D878-DA4D84ECD130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6554A20-365B-6049-26BE-2C77916D24C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4AAF531-4C9E-FCF4-E208-65C019457A5D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3F51444-2F92-9E2C-A985-3567062DB5A2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4450882-F44E-6914-3E8A-0C880123DB48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48AE23E-D61F-76A4-CADA-A91E07EF65AC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FFFB0CD-7BA6-FF95-4C97-0FE7B0015558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80B159E-59F5-425E-246F-D7AE64DA3B1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D4849A95-38DB-A3E3-2B09-7C7B947E4027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E92197E-265E-3305-72C8-C6A98F5DC71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C6F3E8E-84F8-B289-7F02-ED9582E8D020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FEF15F3-3C9D-D063-BDC9-5C0E116D1B63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C22FB37-123D-F346-36EE-41A7782617AD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09A17229-9491-8A6A-6CE6-79B6215BE12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F8C6542-CEA0-8848-8465-F795D19176FA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DED7781-E8EE-E836-60B7-B44AE463EBEC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C63C259-7363-059F-4A7C-3556976D62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38E7055A-42DD-298B-459F-AEA203AC6523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E7D713A-88EA-1E69-07BD-1799C1256149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9221C5B-EDE5-F7D6-A289-A17985B8718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CAA5E8-802C-9374-78DD-1E6707CA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6C583CB-DADF-7260-3361-094D3C4E0E55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DC3961-3971-3441-E8C8-5439054C465A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A9AC70-521B-382B-A816-3573E028AB25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0B485A-69AA-29AC-2CD0-1D2545BB8EE7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2C4DACB-22AE-1ACE-B600-32B5ED4A0EB2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9A520E82-D139-A1E6-33BE-8447E5809435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5D92427F-3971-741F-B647-E9CBB10CB364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C6E1DED-E3E7-BBE0-A950-5818E6151F4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A13EABC5-8D2E-7A78-B76F-29B095FDF61C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46F88564-98F7-CB3B-1636-98F588FEA5B2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18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02823-6534-52DD-B1B9-3F624CF8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29B21B-079F-255B-A9D9-EDA78BA50D5A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CB3F5B-5D57-A5C1-4986-5D922503F8C5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HAUTS DE FRANCE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FE35EB3-8AB1-DD6C-99A5-EA0A25917636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D212052-663C-DF34-BD2A-544507C7C69A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3128892-1156-888B-4360-A051389BFD49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C5C9B93-0076-CB48-9806-3CDFE2C46FA7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90E9B862-FD68-7EB3-3600-6B9D0712AEBC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2EFB9193-9646-E0A9-9320-C7C53B33484A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AD5D247F-977C-05EC-0C61-BB3E79FA8CC6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35B6BA7F-EA18-4B63-ECA8-E60C669ADE10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34A6800-3AC4-516D-D11F-3E5DBAC795CF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6D0CB6B-BC0F-3452-062A-3FE16613AEED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B41CB07-82CB-B317-50BD-0DF0364392D5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6CA64C30-E7FB-8D56-688F-3CF7B6E0D491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C5215D2-3286-C70D-1BBC-DD5A585FA5A9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E0E1E41-D9D7-50CE-FD2F-D6F2B24953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F8CF2F6-CBDE-8E78-B1BE-8BE8077A4318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2109061-D6DA-B08F-BAC3-9407D37A8975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6A4AEE4-7CE6-84F4-88E1-B28DBF103B3A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EEF4909-671C-EDA9-C03B-2635F6102C41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B4928B5-1634-BDE7-34C0-3377B18581D1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D211D457-2E94-B810-1E23-219142538AFB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F9DD1F2-ECC9-50E7-4EE5-2F6E13585A88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226044A-ABCA-BD70-1781-3B1525AFE71A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99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CEE7-9554-03FA-329F-EAF4F668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9104C2-75F7-63E8-9CE8-29A64C554ACB}"/>
              </a:ext>
            </a:extLst>
          </p:cNvPr>
          <p:cNvSpPr txBox="1"/>
          <p:nvPr/>
        </p:nvSpPr>
        <p:spPr>
          <a:xfrm>
            <a:off x="2099859" y="190549"/>
            <a:ext cx="8443571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BOURGOGNE FRANCHE COMTE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4F3C899-A250-E181-6B4D-207C65A85D08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03FC62-40B3-9B03-0CBD-485BB4F677F9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AAC0BC6-309B-B222-CCE2-B1B47F93E721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57D34C-DDD9-BA29-26D0-48ABA7C7D8D7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79C3563-38C2-67B9-BCF5-5569416D251A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79795DC-44D0-4967-F9F1-9CFE37BF6E36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45972AC-41F1-5A07-3439-D7DF215DBE21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CFB8536-0BE4-456F-CF9B-AC0BCD27B391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5E0ADEC-E4C1-DBCC-0F3D-2038EA4651D1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D191077-78EE-9F4D-B44A-7DF3C168333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331E4AA-FBD5-00B4-AD4B-C20C27F0291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2DA7ADC-974E-743C-9DF8-3CE1E07A387C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1349F19-3105-017E-26AD-6CB79DDD7127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71C76A5-8512-0C2A-2725-37C976FEE6E1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AAFA6EA-AF12-9602-1C53-97F3265DAEEB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273E2D2-1995-4C44-1ABF-4FC714C41E48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A8AB7FE-6FBD-57A5-6286-D231B5B4D06C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2677BAF-5AB5-C7A7-502E-616389CB7AE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0A0FA868-8E28-5B82-3ADE-63A507AF33EB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EA19B9C1-76F8-EA91-FA3E-BFE51935C1A6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E3108B5-4ECD-3068-7561-BFAA6A42CCB8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337EDF26-70F5-2663-0200-5BCF4CC970B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5E51625-C1A5-0024-43A9-F4D11409604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B418B1EB-729A-1368-C74A-2DAA789B2B9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5E6E8BF-303B-D3CD-8E61-0C86D0255B15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C6FCE5D2-1201-40CE-E074-81B8A3CEAD1B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BB16742-E42D-23AB-51EB-AC98E6017E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2891D8F-0CA1-BD7A-55A9-0AE3DD72121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72B9DB-7E00-F95C-B10E-5906B1F298E1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9F12A61-5C0A-6BF7-6380-874A11448B3A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44F3C9-C4FA-A978-D1F0-DD79A2CD1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FA7C3FE-AA22-996D-D7F9-80125498A5D9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FB1A38-3C85-7D4C-84BB-4D5AA75D5C02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BAFCC76-FA90-EBD2-C1B6-053E3723DEDF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5327230-93B9-2207-11B4-A609E02D2AC0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26CF6-9147-A4C0-03DB-E7FD0A5D59F0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0FBADB0-DD16-4E54-CDB9-1B7DD3CF12D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89D5C8B-2BDD-8CEA-A96E-A3736296DC9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B427CD15-BEA1-38FC-AE22-AF7C2EBDA306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9F217792-E683-7695-B344-F08CB24078F8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808ECFE0-7C3E-3930-D5FE-93B9F668EB69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454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B5EE-2B67-60C2-0CB4-B5B927F9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989D8A-A01D-0C75-FD31-8211C46A69F3}"/>
              </a:ext>
            </a:extLst>
          </p:cNvPr>
          <p:cNvSpPr/>
          <p:nvPr/>
        </p:nvSpPr>
        <p:spPr>
          <a:xfrm>
            <a:off x="1971727" y="263430"/>
            <a:ext cx="8484237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98319D-0049-CCDD-B4E4-FE1E3F939463}"/>
              </a:ext>
            </a:extLst>
          </p:cNvPr>
          <p:cNvSpPr txBox="1"/>
          <p:nvPr/>
        </p:nvSpPr>
        <p:spPr>
          <a:xfrm>
            <a:off x="1971727" y="311662"/>
            <a:ext cx="848423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BOURGOGNE FRANCHE COMTE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4E6C6C4-B7D0-E9B9-DCCF-DA207439B815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E66DE52-4D9E-6FFA-9104-1EE55B41E3EC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12D35AC-3D91-48CC-F52D-8992BA6C2B67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9786712-D3FD-6E0D-ED37-67293974316D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2831EA8-8D9C-31D2-A80C-E51C4BFED005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787F0DD3-15E6-A45F-3B2E-68E778A21548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B73072E-5F87-44F4-A669-866EAED18464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45BE2C6B-6F80-4818-A919-A33C2560AD6E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992D1F3-A6AD-D478-40BA-75F077359504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38C890D-83C0-0CAD-E960-D7055C1FAA63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52D5C18-5D63-07EA-C94B-58C0FBE16129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85E1DD87-7D09-112C-B2D4-B10F56BA93E7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AC56B3D-76C6-98B1-69E1-B58C0F922881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7B74558-0A8E-B1BB-48C2-DF4642ABCA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B96F86D-7636-691F-8979-7624342C96EE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77C84D9-9E92-D496-168A-0D85E0CCDB41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68CAB97-9541-C1D1-4122-9308A4101CE4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4314E0F-505D-F86D-E1F6-92BD7E2711D8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190F2BE-E7CE-11EC-AF36-FB979383ED7E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7E49F658-9520-1857-3C25-76DAF540BA92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39E5283-6308-034A-CCAB-6F9453685E2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F3E610A-52D2-20AC-C1BD-C8EFAD5E2BF0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67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326F-06A6-7392-D57B-8E70553B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56F2DE7-F555-0F08-6366-8C097F6D7B85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AUVERGNE RHÔNE ALPES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4CC708-F59A-BB35-DC1D-8732DCBF87CF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D0A75CA-7344-2AD5-BE48-902FEF13E4E6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76AEC8-C77F-24A7-3D49-3D0A9684492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9EA37BB-D53C-CE8A-42DE-205FDE8DA38F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ADFEE87-BE79-D45D-1E98-1D1F39A7498A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C9CD011-D4D2-4444-D12C-B55D5C23438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E6C72C6-C8A1-E536-0D95-910851849E1A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98E73B09-C5ED-0012-9312-2DA505ABB417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23DACEF-DF3D-A38C-6BAF-868E61A013B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D4FEA6C-CD65-E493-C5F5-B6EF5E617A68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11D09BB-7248-5E92-0BC1-751B16A3FF38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ED450FD8-B840-26F2-3A87-E7611B327C6A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ED090FA-C553-2BF8-0CAF-DE70D74E08A1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2BEE7DD-B0C4-967D-51EB-F4B3DF7DAD3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6D2B725-533D-AFDC-1B1A-4FDC80807F44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C95B311-D2A3-6768-4999-7CC1C9CA7822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44D9418-9A3D-A9D6-6B91-91269C89CFF3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4A6A8AD-7C1F-1B57-ED03-81BE295B3F9D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3424612-82F3-7962-2F3E-CD74EB1805C2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E48FD1A-EF03-33D3-C43D-DB5BEF66624A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581AC9E-9870-7A11-C3CB-2825AB54B244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620B8A5-727A-1785-E28B-02D752F6456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BDB376A-E7CF-06AD-3FA6-8080C0210AD2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3ABD81D4-6501-4E84-9191-1E2653A697B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6B90D6CF-C9BB-8019-AD9D-67CE07FC96CD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0714B68-2C32-D656-868E-D81013B1D0B2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2C16976-DF7A-2FC4-8ECF-3F8CCCCE3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28BFD3B-4241-C1BB-41F9-D32CEFFB9036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3018B5B-2D9B-C459-456A-E666E089CA45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CC48607-4072-C9ED-5E29-C6CC1B0CCDF2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3416F8A-70AA-60A2-78B8-EF0F1A0E7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B365E0D-6B51-331D-91B6-9B7E983E68AB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146A9C-8AD6-2255-F27E-F18710FCFCD9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35B2C6-B199-D6F8-A94B-ACFD712E39D1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4FC197A-421A-18BC-F662-34CD2D6E80F1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E33CBF9-6CA8-89EA-5984-778036EB1B36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A60B16A-68AF-097E-D045-8846E60D687C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D1638EB0-23F5-273B-BE12-4C1F43B6CAEB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14512D3C-9D24-5ACB-E6C0-668C8C975FDE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7B8CED7-CC93-FD54-77F1-0182B0967380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1E02B296-95A6-ACF7-647B-00ABDB6CDC3C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136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9BD2-8C19-B3D5-34ED-7E2A6D6C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E3662A-4D03-3D8D-5C05-6D216E87CD85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A88CB7-03CE-2417-EE55-61B514C11674}"/>
              </a:ext>
            </a:extLst>
          </p:cNvPr>
          <p:cNvSpPr txBox="1"/>
          <p:nvPr/>
        </p:nvSpPr>
        <p:spPr>
          <a:xfrm>
            <a:off x="2011482" y="311662"/>
            <a:ext cx="800349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AUVERGNE RHÔHNE ALPES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5606AAE-A394-C54C-B33F-7A0EA4B6ED47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C857492-7527-FB5C-9965-48DCB3D4FF49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771117D-77C3-496E-7E34-451C9C71489F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7FA0F06-1569-C328-E027-3922E7B8A62C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6985AB2-5DD6-7EE8-E0C4-D544C257D2BE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F49CA10D-A513-058C-F062-DDC3D5BD26DE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E8FB2C9F-74FB-3891-01EA-C880143319AC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4F918D15-960B-BA06-E4D6-39D762AFFEC3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C83C63C-31E9-3665-C617-612D9FEBB691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9885B41-B89B-4C8B-3428-DFB62153DB85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DF94442-2D01-711F-5A1B-BA51A355E31D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6DA54A9B-BEA1-2D65-6E8B-4F9AF8EEFB71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8EBD68-F213-60D0-F938-E61C4E708022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F3CC9C3-012B-B1E3-6507-20F823921F5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8305A93-0111-06BF-576C-F76733A8700F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DCB96EA-A6DB-4826-B427-A7B2C57D30B5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2E934D6-1B2D-3406-B886-C604FE0D2ED0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BF7C46F-8C7F-B3AC-C140-DBF221EE09A2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A169B66-B3F3-EF5A-FFE6-84777A4A3427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B94EFDD4-1891-0966-5473-45410358D64A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A9C32B0-EAD8-F059-BD1F-F9E3B8A96500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C28DEFD-1C08-6D61-4F22-5A3D3C3BB902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70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CDD7-B4FD-4C90-734E-525FE18B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7164DEF-B065-52ED-C12C-E7631B1600C8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ILE DE FRANCE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EE737D-8234-6319-B169-9A204C9577ED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AD87110-B439-DE42-A4C4-C53606891222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7924D2D-98A4-069F-7790-2F26894D04A0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263F58E-E02A-450A-CC46-2A67AC56297D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E6B120-78E7-FFD6-8AD8-8D0187415BC3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F3970B4-CCC4-D954-39BB-E735F7D4EE6A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58F211E-1D8B-C29F-EBFF-AD65859CCC4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56A50A4-B4C1-ABC2-B137-921211606F6B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70B8F20-F6B3-642C-4028-9E56574E9A72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1BFBEFAB-C968-B52A-0B11-7F419AE43DA4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667BF26-49AA-0AC0-AA28-48C9A2FA8BC3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486EC274-307F-CCE1-E663-F1E0F730E89D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7016F2E-A42B-A5A6-930D-212A68E87C88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50534C0-BAED-81B8-6E0E-1B0128078218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30A9B08-E512-063D-280E-CCBEA5079875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5B560C6-F270-46F9-8993-9FDA6E34224D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022671A-824B-FE84-E840-06A718B7163F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0C089BD-1EE7-EE88-4364-30D4039CEFEA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A847A3FF-8A30-1D29-CF00-1435C2D9CBBC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97CE58CD-FE4C-8A21-8DEA-7ACA3DBEEA4A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729EF6D-0F75-25C9-1C4E-1DB620084D0D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ED1C5D1-352B-499E-D86A-0E12153F6D2F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A027E409-AE59-6279-4E03-DC1F157EF60F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AC217E76-D58B-6262-D7FE-78F48BCB0C3C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01297DAE-CB35-A23D-F996-8C4AF76182D1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C185E3B9-AB50-2C68-82D5-9AF54D9151AC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7F1048A-5957-560A-FDC3-DC86827AC7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6CB534A-A506-08D2-A69C-45175D0DC272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161107-BF65-1CD9-F721-D877D669D4DC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7D9AFA6-68DC-0C86-1B2E-9874DFF21ECB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493F61-1DBB-3898-8AFB-EB3FFE4F3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E852B9B-099D-409E-2BD1-D276AD87B3A8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B7C5C04-5130-4B3D-5308-8A62103FEFA1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F23E458-7D9E-FC3C-53ED-015BCCD06BB3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573095C-D0D0-769B-66E1-B06D21843290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57A8775-43D3-5312-51B1-730ECA410D8D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5F376961-DF72-5582-2A04-DDDCC746BD0C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8BE985B6-1273-1950-6931-5E5E7113681E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D4D6F2D7-EB08-766C-4D91-24F512C6F5B4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0989F79C-4C57-4BBC-31A6-44CBEF0B39C1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0B58E911-79AD-ECE9-CFE9-9F4E0AF736FD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587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F171-0A7B-396A-0B80-031C380E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41ED05-6A57-9A46-79A5-7816F4084EB7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FFBC4A-9A07-EF7E-ED4D-6E183DFBDE81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ILE DE FRANCE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F62D164-EEBC-1F38-2DBF-56BE2AB89B6A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FC0DC9F-6041-A0E8-67B9-3F1446D56EE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D4381B6-4B1F-6760-DE88-D1F39698B124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01EEAD7-E60E-A698-6AB3-E17C46C1E48C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7171FC7-F111-38FB-2427-E9625D0AF389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02FBAD5C-504C-8ABF-9947-5D385FEE3954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0EDCB28-A733-45F1-17DB-1DFA8F7EF385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310B755-649F-E295-91B8-068E696C7F12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0DCF105-88AA-45FA-923B-70D486DFEB6B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192C902-D02C-2454-CCC8-C75B7C9DA6C1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A9F6082-C4F3-0773-8ABC-58D3E36D8796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3D597651-9A15-810E-C657-1E59970C1430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6E69652-F553-C8B8-CB37-E974C0DA0DEE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308BEC6-3688-3231-8EB6-D415D0E04D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3851933-0C37-9EA5-275F-2DCF2515BBA8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02290CB-0558-C8EC-D441-8179AA33FDF1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0BF1B73-2B37-DD0F-5C78-439CC745FFAD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AF1D069-C335-80C5-51F4-6E0DD1385D8A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ECA9774-EEFE-D4D6-BE21-586E8EDE5419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70D30838-AD14-719C-9B4F-65FCFB0C1086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54FFD5B-A9A3-B013-34E9-A63CF9D40C7A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9C64D95-60B5-BAD0-6D71-0483D2FCBB13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541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FF89-FCCF-717D-91B2-6CA68226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F299B7D-C92D-B13D-4ED5-84DC4F550DA2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BRETAGNE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7FBB21A-1FF3-5A23-C531-49173A8DD336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296BC77-B5CA-EC66-B8A5-4C1027656E4B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4435E62-A5A5-00AF-AA27-6D81C1183BB3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9C1E0DE-82DB-7ED2-EE44-A9527D75C82E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AF1C793-F426-A1F9-C386-908A3E7C05C2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D3FA1F5-8FD6-D71F-63F0-6E18141F7DEA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A96BECB-E409-D5AB-DA3D-095F827221F8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E60C04C-F7D6-235F-E3C3-0F75533E9220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3C74CC2-C7D8-5DDC-443A-17F2BD7E73D3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131E4DF-4E7C-D0A2-6735-7523E37C7F46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6831674-72BD-1C68-B31F-EC49329C0E43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619724F-B705-7701-7E91-98B304E7351D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D9CCA9B-4B91-0BC9-2636-73704E4AFAFA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A493C029-10B1-C06E-7C85-C0D453E8A106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65339FC-9466-1C77-D56E-B20D3300A7B9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AD79445-8BE0-2F9B-CDBE-A35ED39CC7A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D43457D-3872-7E46-DCE0-F319794CB2F5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0FCDFE2-C026-E588-45A2-94B9C0285D05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5914DFD4-53B0-0647-AA5E-4A47CC345401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C5F5A2D-3AC7-18A4-73C4-BBAA36C2A36F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9FF6B46-4075-BDE9-CF95-E1FFEF570141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A7F0FA2-2D1B-8109-B76C-51BD87CB20A1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776BE9B-03D1-34DE-D19B-16BBB576EAC5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D600A97E-7CB3-B0CC-9F61-8138CD0C73DD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D16B0718-9BB9-FB99-701D-907FBD5D9E97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1056A28-EC15-4222-B048-76FF25F5A68F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E2E0C71-C5DC-B106-A925-206A4488D4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B760DAC-55A6-BC53-A792-24D25777550A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92104B3-476B-079F-2F11-F01185462CE1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BD84C97-2C9F-167A-64C1-7F0BF0BB7154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33FFF6F-8644-59A0-0B68-5DB8CA2E7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B5130AD-5E78-8889-3883-B21B2A60AA3E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A914C2-CBC8-7DD2-9F41-D3E8EA9A3125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115C6BD-6CB4-3601-2BD1-60C2805B0A4D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7E2A0B-FC67-3875-5760-942803457928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3918AD9-D9BB-1F71-3624-AF1309B2D3E8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AB44FD86-4BF2-B330-E813-3297461249E0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6709E52C-CA76-0660-3815-9F0396FA7563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83604D2F-B80B-F0CC-55BA-7BD5A803AC4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E7EEE56E-91F3-4AF2-1363-4771D9B7E4BA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C123115-DE3C-1B6C-89B5-130E55520337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6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2655-3A87-3E81-BD77-C3DA25F2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47488C-0996-FBBE-991C-1D7AE6FEE80F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EB0B01-CF77-D9CE-D522-1EE8A2B9E59C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BRETAGNE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5B2155B-3ECF-0BBB-8169-350D85887A6E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7D242D3-7F83-1073-F43C-0DD076CC09E8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DD957C18-DF37-6EC3-5BAD-60F063FF9672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B7CEBC15-108E-1272-FB68-21DBB718531F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DBFD885B-6C61-7EE0-C9AD-D1E8B8FA0D1F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81248B8A-B889-E18D-05CE-649B1A2BE7E1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759030E-11AF-A69E-9811-938794A0AAD1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61B20421-5F8D-1C3B-354E-601B038D6F3D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551DBD9-3D13-D40A-9367-4EEF4AB52D39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E4D992D-0B02-7560-D9F8-A50F4C032A7D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161D034-6299-6300-9DAB-71718B6BC25C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1FBCB11C-9BC2-478D-D48E-2B6A1B64190C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70277E3-3C43-AEF0-634D-47663BC30EA1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9C8757-D5F1-45C4-ACD9-4C922490AB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6EBDB9A-13AA-EA26-FC0A-C7C5A3243ACE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65C22C7-2C54-DA8C-96BD-5BCC6A679F93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0400508-FFDC-FE8F-1DFB-DB9035D725BC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1241A8A-95B1-C543-FCEA-9557DDA039BD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5390213-A030-0A96-4640-C74D174F97E9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0CCC2292-2443-8488-178F-A3FE25B8D666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06C4EF8-6FDB-51A8-8EA2-02858CD8AC88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D1BBF5C-AC6A-433F-B186-4E2539F2492F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4085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69BD-7C64-8C64-B510-34C26893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0B8FF4C-E367-6702-2B64-A54E13C15CA4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OCCITANIE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B07BCC0-999D-9CE6-E363-1303DCAE6B9B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9D5BD60-14E6-6171-020E-A1F3E7665D5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3B99485-340B-60B0-E151-760CB2AA9E08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F987176-D162-A298-5FC1-6D81D1AFB01F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FD47E4E-4B3E-FC7A-0E4B-35EBFF536A41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6544CDF-855C-B480-9F35-EC9B4A01A34E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1DBC5F8-E3FD-18D4-C479-C5A32B6757D4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C2FDD7F-408C-0A70-C555-E4D59ECF7F56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B736378-6B49-9C06-AEF6-2725DBAD27F2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E44B926D-0F29-176D-B3A5-07D73DA350A5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37BDFE07-FAB3-DF15-3404-9E0FBA63559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355621BD-3C43-52EC-9AB0-543CB17FE571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2D41B59-8210-2B20-3292-AECE32722BA8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D8C41C2-399B-8F68-D450-D2B330DF736A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4943BE3-F68F-5D56-1212-1D5E9089B04A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940915F-BC29-05CC-B10E-5342C0B738BB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D214805-3490-A575-27AC-053BF06C7866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B2F57EE-43D1-216B-B9D2-3DCF292FC1E9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CBDF338-18D3-3557-8FEE-DDE662D290BA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4327810D-61E4-99B7-534F-415C9A2ED7F8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79217B1-9F2B-1F9B-755E-81A83786B9B5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FC8B3A6-3956-EADE-61B2-A93FBEA26F0A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5EE2675-A450-5B57-CF72-C8147369CFA9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C8CEE4D2-5BFE-F039-B97E-2ACF6C84F026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BA7EBE62-3A40-96C9-3AFD-20BEFAF415C7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35AE398-03A5-CED3-E90D-91FF7695A8F2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E631CF7-9FA1-16B4-E428-1F9D4855B6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BA4F058D-8FE0-6775-B9DD-805B4E2E3580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288324D-54B7-1A59-A50B-79574142CDA2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23A32AC-FA2A-2E0C-E645-7D789BBFBF46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CD522B9-15D9-4E90-FC88-931AEEA35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522AD59-1BB4-7A88-785E-1B0432EA47FC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1FCDF09-D60F-422E-5D0F-51CC3F310875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090189A-CC54-F6C5-066F-C5D5FD27F840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B36869F-6CCC-DA23-53E5-693A964E8712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2C70CB2-A768-BCBF-6AB5-689984DB54BC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4E74F9FA-0C9F-D2A8-6728-4D3B830E448F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7F1F5207-5C99-882F-EE65-1819E2BCA652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053DED7A-A507-98E0-3F37-23EEDD226454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FFE64B62-8B31-135E-56D1-76D6B970C64A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58746C15-4AA6-03D6-6CD4-84D606E724A5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505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FBA8-0EB5-C0CD-C46B-2E9405AA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2E9800-AA2A-1F70-A886-07C7818141C2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BAFDCD-2C41-489C-BED8-DC62EF5A93B7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OCCITANIE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5978F38-417C-8912-16A7-52BD957F5EA7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7F85DC8-C277-813D-2FBD-73DD18CA6671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F9A95CE-832D-EF8D-F85C-5511021FDD6F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EAB4BE8-F3CD-BBF7-30A4-17880AF07CF9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1398064-AE49-DE0A-7DB0-832AA4312326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C6030855-29B5-BDB2-6343-2213EEC69A28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FC8C8621-BA88-F26A-D47C-B716F5EDE658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B8EAF296-2792-6A72-1F67-1BC8FB46F006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4EDA1D6-6CF5-582B-14FF-DB08D82DCED4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C2F9534-63B5-0650-4328-C2DA4D931AF6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31F9C48-B933-0D62-14B1-BDB2D15C8EB4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8C354DD1-40AC-D3F7-C1A8-161BC3BE40C7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9E651D4-647E-64D8-7A84-11A07E6E7152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CD19E1B-378F-F96F-DD06-FE751B3F827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0354355-81EC-FB14-79A1-B96E17C89AAC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50F73B4-68B0-AF27-7747-774957FCE746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16B3BC0-6BDF-2800-072B-4801CD453200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0BD7158-9E61-9434-155D-5784C4B43E81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A536D78-4F7A-2BCA-5BE4-4E74E6E24F6E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67F15BB4-03E4-52E4-FAA8-7425B10907AA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8425784-2EE3-121F-3EDB-723F265AEF9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C39C034-FF0A-2303-C15E-588D55408FA4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319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54F1-D1EB-1937-FD40-C4B01F46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22C8B2-5416-6FE4-129F-421C3F21F1AA}"/>
              </a:ext>
            </a:extLst>
          </p:cNvPr>
          <p:cNvSpPr txBox="1"/>
          <p:nvPr/>
        </p:nvSpPr>
        <p:spPr>
          <a:xfrm>
            <a:off x="2735249" y="36661"/>
            <a:ext cx="6750657" cy="707886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PROVENCE ALPES CÔTE D’AZUR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F8878CF-778B-927F-D646-0EDA60082ECA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5DDA697-C565-C566-BD31-23D1307B2265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F6C1DBE-219C-19D2-BF0E-1C2D06D336A1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BFB016-AE94-7745-2D30-59D756E8D8EB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3A0B954-B357-D9F1-7BAA-3EFEA695269F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276E9BC-87AF-1086-CC67-DC63B1AB0E7D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C98B8E8-8B25-4360-663E-F749A12C26C7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5551ECF-1251-7327-9973-CFBE0983B68C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E283940-7A33-47E6-89FC-01A8B013959F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6EC1679-53C4-D7D1-2BAD-75F8E8B0B230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395A379A-87D5-38DD-4C43-90C2BCC23DB9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BF48616-EE70-04DB-3103-52B24A16AAB0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EE5B06F-11F3-1403-2044-E0DE963877F3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A3FAFE4A-B143-2CD0-DF3A-215A86A855A7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9245B26-3AD5-CCD8-766D-CD9887181E47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AD7BAB5-6618-93E1-E7B0-3A4896AD6819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578F17E-08E2-0AD5-0209-F38D3675C9B4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2DE31DB-9CC1-9A43-B47B-EBE69AEE7192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9B03022-74B2-48E8-1B38-F37F6DB2D77F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288E8E42-8007-97DF-238C-2AC738C30257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DA6932D-075D-87F4-8FA0-01F192CB8D36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56DE24D-3951-1F81-277B-25F88786E9EE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F302E30-94C2-8E85-CF6F-205AB2297391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DBF7A55D-A47C-42C2-BE4F-7B575A203B77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EE8EB7E-3B4C-CE20-D4E2-0200D6DDC438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5D5381A-A9D3-4272-4B03-780231B70C9A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F7BFEA2-4FDD-99C8-2B8D-4C17A0DEEAE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7B2DF8EB-1822-98E0-E607-B7CC6D6C0CC3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4C1AC91-CFE1-8E6F-397A-CC55A6BC22B8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8D6C0D0-1D6A-A92E-0276-BB1CA27D69BE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BEB8A3F-5FCF-1E1F-633A-77BB2D2CE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AB41385-1534-2785-A485-698CFFA76777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21AAE4-A290-977E-6457-F8F42DA40013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023C54E-D29A-95B0-0EB6-434E2A12F3C8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8D76BB4-AB79-1206-C858-B97C4E05339E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742537-7C58-A95A-38DB-B824D65D499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D28BE20D-7413-A2C9-1E62-787EFEE914A0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8C1EF600-E558-C49A-051F-D2C52CF0E1F4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3F2F9550-265A-B9BA-8041-E89A8A93A5F2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78F21788-F210-915A-12A1-774103249034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6C2CC772-1EF8-292D-23B8-F1440EAFAB6E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1405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AB23-4F1E-375E-F099-B0A5173F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25E0EF-1E7B-B66E-5DA6-6555FD05689B}"/>
              </a:ext>
            </a:extLst>
          </p:cNvPr>
          <p:cNvSpPr/>
          <p:nvPr/>
        </p:nvSpPr>
        <p:spPr>
          <a:xfrm>
            <a:off x="3021496" y="155005"/>
            <a:ext cx="6789220" cy="7106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9734963-4543-271B-554E-A43221026098}"/>
              </a:ext>
            </a:extLst>
          </p:cNvPr>
          <p:cNvSpPr txBox="1"/>
          <p:nvPr/>
        </p:nvSpPr>
        <p:spPr>
          <a:xfrm>
            <a:off x="2957885" y="157774"/>
            <a:ext cx="685283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PROVENCE ALPES CÔTE D’AZUR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D97334C-7670-BB7C-2988-2109F538B0CB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34BF9E4-B76A-B642-8BF5-6F22D3FA94AA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CCFB6BE-681E-F935-A3B9-53ABA3DD5AA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4A2FE7D-2634-52DD-2737-8CCCF71AAC21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7A14B0B-2C75-10F3-7085-E3BD58B89FB7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D6B2A0D7-D6DE-30C7-63CB-EE16CCEE3D5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8F07E43C-ADE4-5EE8-47A7-774BE50B56FE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9A5761A4-73C9-72DB-FB1F-2755F101B339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EEFBE8B-041F-DA8E-5AF9-299C79D0342C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80F813C-B0C6-5ED6-0E36-D466774168DF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8437BE4-70D8-17CB-92D7-2D63C169E799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13DF6D2E-76AD-3E43-FAF2-491BFA8C40E8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8916623-DC91-25BA-AF2A-1E0CA9DA9A83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0858E35-BC1D-4FB4-1D37-7C3CCD2AD3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7E9EA3F-8ADF-7801-9DE1-8E544E693435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1D9F7AB-4552-CFDF-211A-88588D44A0E9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F4F7754-A683-9D11-44B9-4E6E510ADC19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22E45F3-14C5-1EBF-48FA-4C05E27064B8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EDD5E6-EC21-05BA-A2B4-766DE2BFF70A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7E6A587E-16CD-91E4-CE6E-6E89D336714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7C172DC-4D25-75D5-78EA-11801FC34FE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59B3CFA-5BE5-C13F-B44E-D34E7574AEE1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843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12B1-099B-CACC-AF2C-57953249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358FACC-AED1-7150-EB5E-DEEE4747A491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NORMANDIE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34D8CB-E832-EBD9-07E6-3F6B5B61B534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97C1731-7330-2D85-4508-2E82E8F91EB1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7384520-2B5F-3CAE-9A67-DA1F070A7879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486965A-CFB9-DA34-838F-B75001AB50F0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2C7A456-D9C8-B0F2-CFE8-854EF8A5E4E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30B46CD-3A0B-E86A-712D-00182ECBEE75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965666E-AB08-DB89-168E-9089F159B781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FC1BF20D-D51A-7561-3BDD-EDB7A760572E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FBF6204-436E-E0ED-2B0B-3880388D3A7D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C29B253-C78A-B3C8-CF8A-4604D484E0B5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FF74FD3-5B1F-766D-ADCD-4529C6E2E5CD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2C69DE87-ACCA-1DF3-E38B-F5A29D5766D3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DE009DE3-FC28-6BBB-48F2-29BF69021D94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6D7C9DF7-29D2-F386-08C8-016DB071F00E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B0DD760-2DEB-639A-9C21-E4B3BFB91F32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F964528-DA0B-6F78-19A9-FD94C3A18487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4662A472-4499-2FA6-948E-57784FDB6DCC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DBC572A-5C9C-D6FD-8C95-47ABDEE126F4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23A2DA36-E730-8DA6-48E8-E0EDAC456EC0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148EE3B4-C94C-329E-ED7A-3AA09B60526B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21EDFF3-FB2E-8951-E0E7-F426AC3A3DAB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A88D6A3-0629-A70D-35DF-8CC3227D5BB3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A60D3F39-BDBA-302C-369D-1F6173A3CE1C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C17AEBF3-FA1E-1256-68D6-82DACCDFC565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6017716-2141-3AC5-9502-A9195FCFDDE5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D75A43FA-CE45-1EE6-2804-E57AB74B41D1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92A6BA7-B9E6-9164-303A-0A9F27063F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0638A74D-E81D-8124-BC32-2D83D38C04B8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E068150-FA2B-83FD-6879-C87A909946FA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901C150-1F8F-E29A-760C-AD1DF13F178F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865A0D-A656-8BD5-5A9E-408EB090D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14385B1-F20A-16A5-2E7D-705E50F9470E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C041EF-0712-23B9-764C-BF52AB4D40EA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0541E2-D5B0-AE3B-DD64-1C8346EDA4D3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42BF51C-961C-DC39-0B7B-F221B4A2D699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CFCD7DD-E60B-5F50-0E3C-33FD8D1880E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FBD8E26B-95BB-9342-0A7E-A2943691AC6F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A8AE6EE9-9DD6-02BD-DD16-067A79B75210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D8409425-0BB7-527D-A711-864D175100F1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61E17E7E-1554-9138-4106-3B68767B47EF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307B8882-23A2-56C4-13F6-DB9F53F10D74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6752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BFD2B-025B-895C-2B86-08A9DC98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9C67B0-2C38-53D9-F79A-0F1DBD44E7AD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23B500-0F1D-3ABB-458D-DF1B446269BE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NORMANDIE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02D2D55-D106-0970-45DF-BD33D90DAF3C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9634890-F10A-A615-49F0-488F84C4F980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346E06D-6A02-80B2-1453-B5760C21B1EA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A6501D5-8374-A40F-1EAC-C97E2A1E10C7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9B1B1C3E-90DA-876B-C047-4F22B71349C0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41289198-60F6-A6B2-C935-592503746276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C4D365B-C21E-22E6-9100-CF654F1592E7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37530F8B-72C9-324C-4B1D-70965E283C53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BFC016A-DE51-989E-AB5D-CDA0F956421D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C06B41-1299-6792-E7BC-2F0F44D55DEA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57D0FF1-73CF-925A-7C01-F38D041B1B93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FD38F02E-A2C4-6B9A-C583-B0A7A174DFE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1F6A3A7-879D-B775-D8BE-BF0195E03CE9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33D6CE9-F27C-2AAA-7BF1-55A52CAE475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9C37AED-E22F-3917-23B2-E736D0FB26CA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78D2E9A-A6E6-8BD5-8B80-3639265A4FC8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B27AB8F-222E-2C68-B868-556CEF42036E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F159DF8-0094-4BA2-8C88-CBB80E4F56BE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38A8FC-D2EA-4656-2124-A02BFEACC0B3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DF5783CD-9C09-770C-D974-968C40345CF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FBD24C8-53C7-33CF-D9DB-576568FDFE24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586F7C3-577A-95EE-1267-78A44167FC91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55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4AAE-8619-D408-1BC8-AA09BF30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B584ACA-8CAF-2E53-075B-1C3E03DCA87D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NOUVELLE AQUITAINE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1050CE2-AAA3-17AD-FAFF-27C3DD946E62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E93066-880C-45E8-8D93-86D30D5FF667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2F68250-4497-B8D8-614B-8F2CC2206AA4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995BE6B-E01F-5E9C-18BE-1C67EF39EA41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E4561F9-ACA8-BFDE-3075-4E601ED31924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FA26F17-F091-753B-E74E-4CE1C2BA8B6C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19C4E47-F317-BAAB-00C6-721DEF54E6F2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D147456-5F35-4EB3-E5FB-22E13751D123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FAB85F4-BCB5-935F-D863-E784E2A00D64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F12C61B-C3F1-D7EF-7B3F-278C1C60D94D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80F1C29-612E-EF5B-C1CF-6FAAD4456C64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F7F2E6F4-B581-DD0B-595A-E2FF13FF5C86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4F6AA5A5-CC34-3C0D-59BC-FE14E1E78D19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B615C6D-DB96-6A60-D139-B7CD3863F746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F4EEB76-8E34-87E8-8789-959F4E925ED6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35DB67D-226A-2AAD-AB10-1754E61770BF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7E282E7-5555-E0DA-D738-2423926C1456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F06A7B0-9F00-6CAC-5F94-441A83223FC4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F4803425-B5A7-669D-A46E-CC214008D8E5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6EA8D79-6164-A0B2-AFF1-A87AFF67A28B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EE92357-C56A-3395-6914-A26AFAB96F77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72ED3856-B70E-50C1-6944-BB0E5867C0F9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C1F2DEF2-FB65-6FCE-DDAF-F53BB38CD018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1B01960D-50FD-8F2A-82BF-3EB50F8E217F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780514F-640B-FF45-7590-D86F8393FADB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54DF1642-F936-926C-DCAA-AB9F5E9F3EBA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8F5EFAB-9CF6-270A-3B1B-E813318123E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9BD88735-AF66-C0A7-C068-AC723A376580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AEC7853-AD1D-4D68-065E-D67F1B168A74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D8305FA-3C93-AD7C-D54E-CAAF40D8DDEA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E26ED03-84DC-E990-DEE4-E51C565ED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1B2A2ED-31FB-7A98-9954-CE1E9907D9D6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F7753C4-BA10-2FC1-D3AE-1BBB8F029096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89CAB1-D6F9-476E-736B-C3AF325EFAD0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955A75F-8006-CAF9-36B4-492CE794C8D7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A0D7CF0-7A87-7B79-8804-D74E41A5DFA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49F8F408-ADDE-841A-F217-7975838787C1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F4D7EDA8-E945-6B9B-C375-2A88B966B2BF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642D1E0A-778D-BA61-14DF-BDE234DC43C6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D89D8159-4298-0752-6E0A-697A94027396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80B0EF00-FE61-F881-711C-7702690D05AC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206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4052-3516-DC43-509B-C919B6FC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770306-E36B-6544-A2B8-0BF07AD2BC90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78D798-B799-6E38-4892-1A00F8CFD541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NOUVELLE AQUITAINE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C2B3556-B1CA-374E-A3FC-B89B627C2D4B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DCFE47D-CB01-01FD-59F0-33C3DBE6960D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92EB262-14F1-6B3A-0CDD-566FED164717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BD3B07AA-F1E8-2FA1-9C73-7DA9B3AE2CBF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7866B0F-A3B7-B04E-08BA-8A564DA944ED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E96BA002-14E1-E5BF-A06B-96AA7F6FDAA5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E19076A-80B7-7B1F-D6B0-2BCA4EAE7FF8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9D7E8B8-9191-5970-7E9F-1BAAECA08D1D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B5F7E50-7429-9D8A-80BC-4692879A5E6F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10FFAC4-AA7A-BBAF-0CCD-5E650ABABCFC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0ABD9F7-702A-179A-7E26-A0BE2BDA3434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A4D953D4-48D2-CF33-51AB-E1A046F3CB62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203455C-FB7F-07A4-AE7D-A695DE1A1318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A1532E5-BA3B-6458-C517-CD2021C523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EEC0C18-1977-2B1F-12A3-B0E74C56384B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35A6704-D95F-1385-6D57-406212DB049C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ECC0B0D-A037-B187-99B7-DC6E203494B5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CB7DF44-6C23-80DE-99EB-131516A89C14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A4D4872-D1FC-A528-98EE-35D7F00FDD9C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A67DFB7C-6B60-FBBB-1003-3428E523B37F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D241FF3-4EEB-5536-F595-3CB5D3BAD2CC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ADB11DD-73BB-70C0-7FF4-0D83DBA0B1E6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785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8C7D-ECB5-92CC-5589-59D97812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2415B1F-F3D8-0C74-25C9-4AAA8536F200}"/>
              </a:ext>
            </a:extLst>
          </p:cNvPr>
          <p:cNvSpPr txBox="1"/>
          <p:nvPr/>
        </p:nvSpPr>
        <p:spPr>
          <a:xfrm>
            <a:off x="2099859" y="190549"/>
            <a:ext cx="7838989" cy="400110"/>
          </a:xfrm>
          <a:prstGeom prst="rect">
            <a:avLst/>
          </a:prstGeom>
          <a:solidFill>
            <a:srgbClr val="1C236B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STATISTIQUES PAYS DE LA LOIRE DU X</a:t>
            </a:r>
            <a:r>
              <a:rPr lang="fr-FR" sz="2000" b="1" baseline="30000" dirty="0">
                <a:solidFill>
                  <a:schemeClr val="bg1"/>
                </a:solidFill>
                <a:latin typeface="Aptos"/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latin typeface="Aptos"/>
                <a:cs typeface="Arial"/>
              </a:rPr>
              <a:t> TRIMESTRE 2025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A681C9-05CD-B778-E02F-8913305818B2}"/>
              </a:ext>
            </a:extLst>
          </p:cNvPr>
          <p:cNvSpPr txBox="1"/>
          <p:nvPr/>
        </p:nvSpPr>
        <p:spPr>
          <a:xfrm>
            <a:off x="717748" y="745877"/>
            <a:ext cx="2576356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1 - LES DYNAMISMES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IMMATRICULATIONS, PCL, RADIATIONS, STOCK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F0A19AE-C32C-4ED6-DFA5-B55DF09EBAA6}"/>
              </a:ext>
            </a:extLst>
          </p:cNvPr>
          <p:cNvSpPr/>
          <p:nvPr/>
        </p:nvSpPr>
        <p:spPr>
          <a:xfrm>
            <a:off x="2251862" y="2092013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</a:rPr>
              <a:t>A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1C40B2B-FB53-E6CC-7D10-A2B928D4ED0E}"/>
              </a:ext>
            </a:extLst>
          </p:cNvPr>
          <p:cNvSpPr/>
          <p:nvPr/>
        </p:nvSpPr>
        <p:spPr>
          <a:xfrm>
            <a:off x="556903" y="3560522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59C0AE2-BF01-1322-E48E-E148B0549C15}"/>
              </a:ext>
            </a:extLst>
          </p:cNvPr>
          <p:cNvSpPr/>
          <p:nvPr/>
        </p:nvSpPr>
        <p:spPr>
          <a:xfrm>
            <a:off x="545156" y="3042516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FBB625A-DA2E-DA43-9B36-7C838DB39457}"/>
              </a:ext>
            </a:extLst>
          </p:cNvPr>
          <p:cNvSpPr/>
          <p:nvPr/>
        </p:nvSpPr>
        <p:spPr>
          <a:xfrm>
            <a:off x="547071" y="2083819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A147E23-075E-A9C5-C4DD-044DAAB71F68}"/>
              </a:ext>
            </a:extLst>
          </p:cNvPr>
          <p:cNvSpPr/>
          <p:nvPr/>
        </p:nvSpPr>
        <p:spPr>
          <a:xfrm>
            <a:off x="2242887" y="3042337"/>
            <a:ext cx="1192537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2D27AB6-89F8-FC5F-AF55-6D1E18D700D9}"/>
              </a:ext>
            </a:extLst>
          </p:cNvPr>
          <p:cNvSpPr/>
          <p:nvPr/>
        </p:nvSpPr>
        <p:spPr>
          <a:xfrm>
            <a:off x="2242887" y="3555539"/>
            <a:ext cx="1203640" cy="453094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200" b="1" dirty="0">
                <a:solidFill>
                  <a:srgbClr val="002060"/>
                </a:solidFill>
                <a:latin typeface="Aptos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4688B6B-D7C2-946F-BA3D-9B8BF79CB37C}"/>
              </a:ext>
            </a:extLst>
          </p:cNvPr>
          <p:cNvSpPr/>
          <p:nvPr/>
        </p:nvSpPr>
        <p:spPr>
          <a:xfrm>
            <a:off x="8449731" y="3232238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Privilèges Trésor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03C7F38-73F2-E94C-A6EB-0333FCFC1AFE}"/>
              </a:ext>
            </a:extLst>
          </p:cNvPr>
          <p:cNvSpPr/>
          <p:nvPr/>
        </p:nvSpPr>
        <p:spPr>
          <a:xfrm>
            <a:off x="8449732" y="2548641"/>
            <a:ext cx="1619439" cy="570302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Injonctions de payer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AB1551C-4860-2B46-0F51-E64B52164A6C}"/>
              </a:ext>
            </a:extLst>
          </p:cNvPr>
          <p:cNvSpPr/>
          <p:nvPr/>
        </p:nvSpPr>
        <p:spPr>
          <a:xfrm>
            <a:off x="8449730" y="3951984"/>
            <a:ext cx="1619439" cy="606451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</a:t>
            </a:r>
            <a:r>
              <a:rPr kumimoji="0" lang="fr-FR" sz="1200" b="1" i="0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nscriptions</a:t>
            </a:r>
            <a:endParaRPr kumimoji="0" lang="fr-FR" sz="1200" b="1" i="0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Sécurité sociale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8CF62A43-2CD8-B026-2F36-8BB0857C6CA4}"/>
              </a:ext>
            </a:extLst>
          </p:cNvPr>
          <p:cNvSpPr/>
          <p:nvPr/>
        </p:nvSpPr>
        <p:spPr>
          <a:xfrm>
            <a:off x="10171260" y="2546278"/>
            <a:ext cx="1370731" cy="56733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E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FFA2BC2-2157-26D9-0AE4-95504893FB51}"/>
              </a:ext>
            </a:extLst>
          </p:cNvPr>
          <p:cNvSpPr/>
          <p:nvPr/>
        </p:nvSpPr>
        <p:spPr>
          <a:xfrm>
            <a:off x="10200756" y="3275963"/>
            <a:ext cx="1370731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W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7B59139-D339-32E4-5A6C-CE60DB92A7D5}"/>
              </a:ext>
            </a:extLst>
          </p:cNvPr>
          <p:cNvSpPr/>
          <p:nvPr/>
        </p:nvSpPr>
        <p:spPr>
          <a:xfrm>
            <a:off x="10200757" y="3976152"/>
            <a:ext cx="1370732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G%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Volume : G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6B911D3-A660-80DF-2E7E-1E99B342F6AB}"/>
              </a:ext>
            </a:extLst>
          </p:cNvPr>
          <p:cNvSpPr/>
          <p:nvPr/>
        </p:nvSpPr>
        <p:spPr>
          <a:xfrm>
            <a:off x="311021" y="1799519"/>
            <a:ext cx="3367930" cy="480035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83A4156-0A88-2976-9952-69F63D031F77}"/>
              </a:ext>
            </a:extLst>
          </p:cNvPr>
          <p:cNvSpPr/>
          <p:nvPr/>
        </p:nvSpPr>
        <p:spPr>
          <a:xfrm>
            <a:off x="2222789" y="4920109"/>
            <a:ext cx="1212635" cy="4061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A%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391B10B-88E2-8844-3C82-7815300BA729}"/>
              </a:ext>
            </a:extLst>
          </p:cNvPr>
          <p:cNvSpPr/>
          <p:nvPr/>
        </p:nvSpPr>
        <p:spPr>
          <a:xfrm>
            <a:off x="2222788" y="5436689"/>
            <a:ext cx="1212635" cy="406168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6C5FA5D-E9FA-B5C9-43FF-8744802A67AA}"/>
              </a:ext>
            </a:extLst>
          </p:cNvPr>
          <p:cNvSpPr/>
          <p:nvPr/>
        </p:nvSpPr>
        <p:spPr>
          <a:xfrm>
            <a:off x="2222788" y="5930226"/>
            <a:ext cx="1212634" cy="42667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/>
              </a:rPr>
              <a:t>+</a:t>
            </a:r>
            <a:r>
              <a:rPr lang="fr-FR" sz="1200" b="1" dirty="0">
                <a:solidFill>
                  <a:srgbClr val="002060"/>
                </a:solidFill>
                <a:latin typeface="Aptos"/>
              </a:rPr>
              <a:t>D%</a:t>
            </a:r>
            <a:endParaRPr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9FDCBC3-D76A-3DE2-12DC-2215272B1773}"/>
              </a:ext>
            </a:extLst>
          </p:cNvPr>
          <p:cNvSpPr/>
          <p:nvPr/>
        </p:nvSpPr>
        <p:spPr>
          <a:xfrm>
            <a:off x="8224319" y="2418907"/>
            <a:ext cx="3492641" cy="2235007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E29E287B-030B-4DFA-CF00-81A765ED372E}"/>
              </a:ext>
            </a:extLst>
          </p:cNvPr>
          <p:cNvSpPr/>
          <p:nvPr/>
        </p:nvSpPr>
        <p:spPr>
          <a:xfrm>
            <a:off x="540123" y="2561810"/>
            <a:ext cx="1582807" cy="406166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Stocks entreprises actives 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7A973A5-0698-3E35-11F5-3A57F0B95F60}"/>
              </a:ext>
            </a:extLst>
          </p:cNvPr>
          <p:cNvSpPr/>
          <p:nvPr/>
        </p:nvSpPr>
        <p:spPr>
          <a:xfrm>
            <a:off x="2251601" y="2561810"/>
            <a:ext cx="1212635" cy="406166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6DA9652-78FD-ED57-F47F-2F952F818EB9}"/>
              </a:ext>
            </a:extLst>
          </p:cNvPr>
          <p:cNvSpPr txBox="1"/>
          <p:nvPr/>
        </p:nvSpPr>
        <p:spPr>
          <a:xfrm>
            <a:off x="6514002" y="6143564"/>
            <a:ext cx="5677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commerce, </a:t>
            </a:r>
            <a:endParaRPr lang="fr-FR" sz="1000" dirty="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A5F85B1-3D93-D0C5-9AA9-A62126E59E36}"/>
              </a:ext>
            </a:extLst>
          </p:cNvPr>
          <p:cNvSpPr txBox="1"/>
          <p:nvPr/>
        </p:nvSpPr>
        <p:spPr>
          <a:xfrm>
            <a:off x="6158814" y="1432314"/>
            <a:ext cx="313474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2 – LES DIFFICULTES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/>
                <a:cs typeface="Arial"/>
              </a:rPr>
              <a:t>LA PREVENTION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44E3954A-6C21-E7AD-8AE0-29A364EBBA43}"/>
              </a:ext>
            </a:extLst>
          </p:cNvPr>
          <p:cNvSpPr txBox="1"/>
          <p:nvPr/>
        </p:nvSpPr>
        <p:spPr>
          <a:xfrm>
            <a:off x="1267883" y="4196445"/>
            <a:ext cx="1780117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EVOLUTION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002060"/>
                </a:solidFill>
                <a:latin typeface="Aptos"/>
                <a:cs typeface="Arial"/>
              </a:rPr>
              <a:t>TX 2024/TX 2025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CB38A89E-DFAA-981D-0A93-87F50E74A8B6}"/>
              </a:ext>
            </a:extLst>
          </p:cNvPr>
          <p:cNvSpPr/>
          <p:nvPr/>
        </p:nvSpPr>
        <p:spPr>
          <a:xfrm>
            <a:off x="547071" y="5910561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Radiations d’entreprises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A4C597A9-F48E-2EF2-812F-3DEC9D706574}"/>
              </a:ext>
            </a:extLst>
          </p:cNvPr>
          <p:cNvSpPr/>
          <p:nvPr/>
        </p:nvSpPr>
        <p:spPr>
          <a:xfrm>
            <a:off x="545156" y="5392555"/>
            <a:ext cx="1582807" cy="453094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Entreprises en difficulté 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8B3C80A6-3655-210E-7370-9E7795791E06}"/>
              </a:ext>
            </a:extLst>
          </p:cNvPr>
          <p:cNvSpPr/>
          <p:nvPr/>
        </p:nvSpPr>
        <p:spPr>
          <a:xfrm>
            <a:off x="558476" y="4920110"/>
            <a:ext cx="1582807" cy="406167"/>
          </a:xfrm>
          <a:prstGeom prst="roundRect">
            <a:avLst/>
          </a:prstGeom>
          <a:solidFill>
            <a:srgbClr val="1C2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>
                <a:solidFill>
                  <a:prstClr val="white"/>
                </a:solidFill>
                <a:latin typeface="Aptos" panose="020B0004020202020204" pitchFamily="34" charset="0"/>
              </a:rPr>
              <a:t>Immatriculations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5DC953-A6CD-9284-2198-D6DC1ABD17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D1D970E8-79AF-7081-A8E8-9CC982A3B0A8}"/>
              </a:ext>
            </a:extLst>
          </p:cNvPr>
          <p:cNvSpPr/>
          <p:nvPr/>
        </p:nvSpPr>
        <p:spPr>
          <a:xfrm>
            <a:off x="5343052" y="2463548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6F527A-8E84-EA24-5F42-C30387B1FFE6}"/>
              </a:ext>
            </a:extLst>
          </p:cNvPr>
          <p:cNvSpPr/>
          <p:nvPr/>
        </p:nvSpPr>
        <p:spPr>
          <a:xfrm>
            <a:off x="5474904" y="2666976"/>
            <a:ext cx="554804" cy="3721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5B06910-4364-C7C0-51E3-DC0DEFD1FDD5}"/>
              </a:ext>
            </a:extLst>
          </p:cNvPr>
          <p:cNvSpPr/>
          <p:nvPr/>
        </p:nvSpPr>
        <p:spPr>
          <a:xfrm>
            <a:off x="4080551" y="2359915"/>
            <a:ext cx="2788705" cy="2407952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8C5499A-C558-0EF4-6DFF-2B8B1FF3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96" y="2603164"/>
            <a:ext cx="2311654" cy="19825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0A460B6-9F1F-398F-D130-67423A3C714B}"/>
              </a:ext>
            </a:extLst>
          </p:cNvPr>
          <p:cNvSpPr txBox="1"/>
          <p:nvPr/>
        </p:nvSpPr>
        <p:spPr>
          <a:xfrm>
            <a:off x="4356660" y="2840009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endParaRPr kumimoji="0" lang="fr-FR" i="0" u="none" strike="noStrike" kern="1200" normalizeH="0" baseline="0" noProof="0" dirty="0">
              <a:ln w="0"/>
              <a:solidFill>
                <a:srgbClr val="1C236B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BD5E4F2-E431-BCDA-DAA8-B96C01C6F8A8}"/>
              </a:ext>
            </a:extLst>
          </p:cNvPr>
          <p:cNvSpPr txBox="1"/>
          <p:nvPr/>
        </p:nvSpPr>
        <p:spPr>
          <a:xfrm>
            <a:off x="5681870" y="3249940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4FEFB48-0DDD-9246-718F-2F19156C9477}"/>
              </a:ext>
            </a:extLst>
          </p:cNvPr>
          <p:cNvSpPr txBox="1"/>
          <p:nvPr/>
        </p:nvSpPr>
        <p:spPr>
          <a:xfrm>
            <a:off x="4294945" y="3619272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681D4CD-D545-0150-345E-91CBCE9B34C5}"/>
              </a:ext>
            </a:extLst>
          </p:cNvPr>
          <p:cNvSpPr txBox="1"/>
          <p:nvPr/>
        </p:nvSpPr>
        <p:spPr>
          <a:xfrm>
            <a:off x="4383084" y="4291466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48010F-BB44-472F-354E-AFEA0B63AAF1}"/>
              </a:ext>
            </a:extLst>
          </p:cNvPr>
          <p:cNvSpPr txBox="1"/>
          <p:nvPr/>
        </p:nvSpPr>
        <p:spPr>
          <a:xfrm>
            <a:off x="5599824" y="4304924"/>
            <a:ext cx="8321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i="0" u="none" strike="noStrike" kern="1200" normalizeH="0" baseline="0" noProof="0" dirty="0">
                <a:ln w="0"/>
                <a:solidFill>
                  <a:srgbClr val="1C236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719B912C-0772-67A6-FFCE-BB67F5F3215E}"/>
              </a:ext>
            </a:extLst>
          </p:cNvPr>
          <p:cNvSpPr txBox="1"/>
          <p:nvPr/>
        </p:nvSpPr>
        <p:spPr>
          <a:xfrm>
            <a:off x="6974979" y="2773781"/>
            <a:ext cx="1056533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H%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8516B209-22BA-2C47-941A-BB833F542E98}"/>
              </a:ext>
            </a:extLst>
          </p:cNvPr>
          <p:cNvSpPr txBox="1"/>
          <p:nvPr/>
        </p:nvSpPr>
        <p:spPr>
          <a:xfrm>
            <a:off x="6974979" y="3710994"/>
            <a:ext cx="1056531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K%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2B5F5537-0FE7-CE6B-D5C7-7D410324FFA7}"/>
              </a:ext>
            </a:extLst>
          </p:cNvPr>
          <p:cNvSpPr txBox="1"/>
          <p:nvPr/>
        </p:nvSpPr>
        <p:spPr>
          <a:xfrm>
            <a:off x="6974980" y="3230052"/>
            <a:ext cx="1056532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J%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4" name="ZoneTexte 6">
            <a:extLst>
              <a:ext uri="{FF2B5EF4-FFF2-40B4-BE49-F238E27FC236}">
                <a16:creationId xmlns:a16="http://schemas.microsoft.com/office/drawing/2014/main" id="{4124B4B3-F927-CBAA-3461-12421B2A58B7}"/>
              </a:ext>
            </a:extLst>
          </p:cNvPr>
          <p:cNvSpPr txBox="1"/>
          <p:nvPr/>
        </p:nvSpPr>
        <p:spPr>
          <a:xfrm>
            <a:off x="4294945" y="4843301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L%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  <p:sp>
        <p:nvSpPr>
          <p:cNvPr id="37" name="ZoneTexte 6">
            <a:extLst>
              <a:ext uri="{FF2B5EF4-FFF2-40B4-BE49-F238E27FC236}">
                <a16:creationId xmlns:a16="http://schemas.microsoft.com/office/drawing/2014/main" id="{35C8C1EA-9A1D-8C51-9AE8-DAA09FC2AA88}"/>
              </a:ext>
            </a:extLst>
          </p:cNvPr>
          <p:cNvSpPr txBox="1"/>
          <p:nvPr/>
        </p:nvSpPr>
        <p:spPr>
          <a:xfrm>
            <a:off x="5514201" y="4849483"/>
            <a:ext cx="104810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ptos"/>
                <a:cs typeface="Arial"/>
              </a:rPr>
              <a:t>O%</a:t>
            </a:r>
            <a:endParaRPr lang="fr-FR" i="0" u="none" strike="noStrike" kern="120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477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A7CC-37AD-3FC4-4319-150FBAE2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162C87-B933-7C34-3204-FAA555F07556}"/>
              </a:ext>
            </a:extLst>
          </p:cNvPr>
          <p:cNvSpPr/>
          <p:nvPr/>
        </p:nvSpPr>
        <p:spPr>
          <a:xfrm>
            <a:off x="2053963" y="263430"/>
            <a:ext cx="7921255" cy="4924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5CA6BBB-6490-75A2-1181-44ACA51B0A61}"/>
              </a:ext>
            </a:extLst>
          </p:cNvPr>
          <p:cNvSpPr txBox="1"/>
          <p:nvPr/>
        </p:nvSpPr>
        <p:spPr>
          <a:xfrm>
            <a:off x="1971727" y="311662"/>
            <a:ext cx="783898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fr-FR" sz="2000" b="1" dirty="0">
                <a:solidFill>
                  <a:schemeClr val="bg1"/>
                </a:solidFill>
                <a:cs typeface="Arial"/>
              </a:rPr>
              <a:t>STATISTIQUES PAYS DE LA LOIRE DU X</a:t>
            </a:r>
            <a:r>
              <a:rPr lang="fr-FR" sz="2000" b="1" baseline="30000" dirty="0">
                <a:solidFill>
                  <a:schemeClr val="bg1"/>
                </a:solidFill>
                <a:cs typeface="Arial"/>
              </a:rPr>
              <a:t>ème</a:t>
            </a:r>
            <a:r>
              <a:rPr lang="fr-FR" sz="2000" b="1" dirty="0">
                <a:solidFill>
                  <a:schemeClr val="bg1"/>
                </a:solidFill>
                <a:cs typeface="Arial"/>
              </a:rPr>
              <a:t> TRIMESTRE 2025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B8D81F3-CCEF-01BD-0C75-2B8E3334CDE4}"/>
              </a:ext>
            </a:extLst>
          </p:cNvPr>
          <p:cNvSpPr/>
          <p:nvPr/>
        </p:nvSpPr>
        <p:spPr>
          <a:xfrm>
            <a:off x="704124" y="3276064"/>
            <a:ext cx="1947907" cy="7473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Signalements de divergences de bénéficiaires effectifs jusqu’au 30 septembre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9B15F2F-691F-5FE3-7661-070D55686726}"/>
              </a:ext>
            </a:extLst>
          </p:cNvPr>
          <p:cNvSpPr/>
          <p:nvPr/>
        </p:nvSpPr>
        <p:spPr>
          <a:xfrm>
            <a:off x="732664" y="2670757"/>
            <a:ext cx="1947907" cy="48955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Déclarations de bénéficiaires effectifs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1512126-D8C3-A970-8A6A-FA848985DD06}"/>
              </a:ext>
            </a:extLst>
          </p:cNvPr>
          <p:cNvSpPr/>
          <p:nvPr/>
        </p:nvSpPr>
        <p:spPr>
          <a:xfrm>
            <a:off x="2858565" y="2672430"/>
            <a:ext cx="1656074" cy="48955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E357950-302A-1F22-E1BA-553DDD0DB89D}"/>
              </a:ext>
            </a:extLst>
          </p:cNvPr>
          <p:cNvSpPr/>
          <p:nvPr/>
        </p:nvSpPr>
        <p:spPr>
          <a:xfrm>
            <a:off x="2858565" y="3356829"/>
            <a:ext cx="1656074" cy="56734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35B56A0-426F-053D-2275-EEEA4527F083}"/>
              </a:ext>
            </a:extLst>
          </p:cNvPr>
          <p:cNvSpPr/>
          <p:nvPr/>
        </p:nvSpPr>
        <p:spPr>
          <a:xfrm>
            <a:off x="530354" y="2527022"/>
            <a:ext cx="5946468" cy="2216188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9">
            <a:extLst>
              <a:ext uri="{FF2B5EF4-FFF2-40B4-BE49-F238E27FC236}">
                <a16:creationId xmlns:a16="http://schemas.microsoft.com/office/drawing/2014/main" id="{D6A7B12F-A856-BED2-F949-6969AA6CBF86}"/>
              </a:ext>
            </a:extLst>
          </p:cNvPr>
          <p:cNvSpPr txBox="1"/>
          <p:nvPr/>
        </p:nvSpPr>
        <p:spPr>
          <a:xfrm>
            <a:off x="1641095" y="1880956"/>
            <a:ext cx="414549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3- LA CONFORMITE 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7E25D25-2851-B2C1-3763-7967FDB310EB}"/>
              </a:ext>
            </a:extLst>
          </p:cNvPr>
          <p:cNvSpPr/>
          <p:nvPr/>
        </p:nvSpPr>
        <p:spPr>
          <a:xfrm>
            <a:off x="704124" y="4119322"/>
            <a:ext cx="1989757" cy="52818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Dépôt des comptes annuels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1FD73178-9C46-A0C1-C2DD-7EEC49C9F9C7}"/>
              </a:ext>
            </a:extLst>
          </p:cNvPr>
          <p:cNvSpPr/>
          <p:nvPr/>
        </p:nvSpPr>
        <p:spPr>
          <a:xfrm>
            <a:off x="2858565" y="4119017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8F77C5C-7A0E-C7FF-7517-E910176A6737}"/>
              </a:ext>
            </a:extLst>
          </p:cNvPr>
          <p:cNvSpPr/>
          <p:nvPr/>
        </p:nvSpPr>
        <p:spPr>
          <a:xfrm>
            <a:off x="4665201" y="3382236"/>
            <a:ext cx="1656074" cy="52818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F35FEF8-F5EC-86B2-522F-5F84C1AC89A0}"/>
              </a:ext>
            </a:extLst>
          </p:cNvPr>
          <p:cNvSpPr/>
          <p:nvPr/>
        </p:nvSpPr>
        <p:spPr>
          <a:xfrm>
            <a:off x="4665201" y="4132351"/>
            <a:ext cx="1656074" cy="514853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C%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0D746E3-73B8-43EA-A82B-5D294D40C39C}"/>
              </a:ext>
            </a:extLst>
          </p:cNvPr>
          <p:cNvSpPr/>
          <p:nvPr/>
        </p:nvSpPr>
        <p:spPr>
          <a:xfrm>
            <a:off x="4665201" y="2686139"/>
            <a:ext cx="1656074" cy="47416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A%</a:t>
            </a:r>
          </a:p>
        </p:txBody>
      </p:sp>
      <p:sp>
        <p:nvSpPr>
          <p:cNvPr id="8" name="ZoneTexte 39">
            <a:extLst>
              <a:ext uri="{FF2B5EF4-FFF2-40B4-BE49-F238E27FC236}">
                <a16:creationId xmlns:a16="http://schemas.microsoft.com/office/drawing/2014/main" id="{24D3BBCE-23BB-1DE8-83FB-EC8AC2D1DBB8}"/>
              </a:ext>
            </a:extLst>
          </p:cNvPr>
          <p:cNvSpPr txBox="1"/>
          <p:nvPr/>
        </p:nvSpPr>
        <p:spPr>
          <a:xfrm>
            <a:off x="4257698" y="2295219"/>
            <a:ext cx="2471079" cy="307777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EVOLUTION TX 2024/TX 2025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59D742A-A3C5-9594-FA7F-437767108275}"/>
              </a:ext>
            </a:extLst>
          </p:cNvPr>
          <p:cNvSpPr txBox="1"/>
          <p:nvPr/>
        </p:nvSpPr>
        <p:spPr>
          <a:xfrm>
            <a:off x="108032" y="6200176"/>
            <a:ext cx="5678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Données </a:t>
            </a:r>
            <a:r>
              <a:rPr lang="fr-FR" sz="1000" i="0" u="none" strike="noStrike" baseline="0" dirty="0"/>
              <a:t>sur la période du 1er </a:t>
            </a:r>
            <a:r>
              <a:rPr lang="fr-FR" sz="1000" dirty="0"/>
              <a:t>juillet</a:t>
            </a:r>
            <a:r>
              <a:rPr lang="fr-FR" sz="1000" i="0" u="none" strike="noStrike" baseline="0" dirty="0"/>
              <a:t> au 30 septembre 2025 par rapport à la même période en 2024</a:t>
            </a:r>
          </a:p>
          <a:p>
            <a:r>
              <a:rPr lang="fr-FR" sz="1000" i="0" u="none" strike="noStrike" baseline="0" dirty="0"/>
              <a:t>Sources : Infogreffe et Greffes des tribunaux de commerce</a:t>
            </a:r>
            <a:endParaRPr lang="fr-FR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3DD9704-BB92-5762-82EA-B548F605C9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0373" y="197964"/>
            <a:ext cx="1240876" cy="492411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8B36313-3760-72C0-8FC9-B363F3CC5244}"/>
              </a:ext>
            </a:extLst>
          </p:cNvPr>
          <p:cNvSpPr/>
          <p:nvPr/>
        </p:nvSpPr>
        <p:spPr>
          <a:xfrm>
            <a:off x="7572844" y="3472827"/>
            <a:ext cx="1808851" cy="43482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prstClr val="white"/>
                </a:solidFill>
                <a:latin typeface="Aptos" panose="020B0004020202020204" pitchFamily="34" charset="0"/>
              </a:rPr>
              <a:t>Nombre de départs de sièges sociaux</a:t>
            </a:r>
            <a:endParaRPr kumimoji="0" lang="fr-FR" sz="12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9345374-8B3F-26F0-436D-90DA829FB9B2}"/>
              </a:ext>
            </a:extLst>
          </p:cNvPr>
          <p:cNvSpPr/>
          <p:nvPr/>
        </p:nvSpPr>
        <p:spPr>
          <a:xfrm>
            <a:off x="7610278" y="2867519"/>
            <a:ext cx="1748970" cy="4615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Nombre d’arrivées de sièges sociaux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920B00D-6C7F-EF79-6560-43D8BCA03772}"/>
              </a:ext>
            </a:extLst>
          </p:cNvPr>
          <p:cNvSpPr/>
          <p:nvPr/>
        </p:nvSpPr>
        <p:spPr>
          <a:xfrm>
            <a:off x="9537242" y="2869192"/>
            <a:ext cx="1656074" cy="4599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D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0E21D16-E6D3-CCC5-263E-E02401377564}"/>
              </a:ext>
            </a:extLst>
          </p:cNvPr>
          <p:cNvSpPr/>
          <p:nvPr/>
        </p:nvSpPr>
        <p:spPr>
          <a:xfrm>
            <a:off x="9531003" y="3472827"/>
            <a:ext cx="1656074" cy="4348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E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44AF88C-9261-96EE-DAF0-2378942A3874}"/>
              </a:ext>
            </a:extLst>
          </p:cNvPr>
          <p:cNvSpPr/>
          <p:nvPr/>
        </p:nvSpPr>
        <p:spPr>
          <a:xfrm>
            <a:off x="7382801" y="2723783"/>
            <a:ext cx="3986964" cy="1882554"/>
          </a:xfrm>
          <a:prstGeom prst="round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ZoneTexte 39">
            <a:extLst>
              <a:ext uri="{FF2B5EF4-FFF2-40B4-BE49-F238E27FC236}">
                <a16:creationId xmlns:a16="http://schemas.microsoft.com/office/drawing/2014/main" id="{E7E96902-FDB0-C87C-E9A9-08BF299C4DD4}"/>
              </a:ext>
            </a:extLst>
          </p:cNvPr>
          <p:cNvSpPr txBox="1"/>
          <p:nvPr/>
        </p:nvSpPr>
        <p:spPr>
          <a:xfrm>
            <a:off x="7304145" y="1996411"/>
            <a:ext cx="414549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ATTRACTIVITE REGIONALE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LES MOUVEMENTS DES SIEGES SOCIAUX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85EDAD1-2360-4D5D-6CBE-D18182AE2453}"/>
              </a:ext>
            </a:extLst>
          </p:cNvPr>
          <p:cNvSpPr/>
          <p:nvPr/>
        </p:nvSpPr>
        <p:spPr>
          <a:xfrm>
            <a:off x="7580337" y="4051392"/>
            <a:ext cx="1808851" cy="43482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Solde</a:t>
            </a: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F048CF3-83F5-86EE-9E37-4BE27356CD89}"/>
              </a:ext>
            </a:extLst>
          </p:cNvPr>
          <p:cNvSpPr/>
          <p:nvPr/>
        </p:nvSpPr>
        <p:spPr>
          <a:xfrm>
            <a:off x="9531003" y="4044957"/>
            <a:ext cx="1656074" cy="44126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rgbClr val="002060"/>
                </a:solidFill>
                <a:latin typeface="Aptos" panose="020B0004020202020204" pitchFamily="34" charset="0"/>
              </a:rPr>
              <a:t>F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755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8a4b3f-b359-4000-8a43-4a678353684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A751287696408B892F98C1001C07" ma:contentTypeVersion="12" ma:contentTypeDescription="Crée un document." ma:contentTypeScope="" ma:versionID="03680d9e4e83be13d001bddfc6b23ba7">
  <xsd:schema xmlns:xsd="http://www.w3.org/2001/XMLSchema" xmlns:xs="http://www.w3.org/2001/XMLSchema" xmlns:p="http://schemas.microsoft.com/office/2006/metadata/properties" xmlns:ns2="648a4b3f-b359-4000-8a43-4a6783536843" targetNamespace="http://schemas.microsoft.com/office/2006/metadata/properties" ma:root="true" ma:fieldsID="8660330aa79db525cc43d86b2ce2e346" ns2:_="">
    <xsd:import namespace="648a4b3f-b359-4000-8a43-4a67835368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a4b3f-b359-4000-8a43-4a67835368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2197c539-b3be-4d99-bd36-f8e16b27b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F436F7-33F6-48EE-88FC-A7087A6E5FE7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648a4b3f-b359-4000-8a43-4a678353684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25E1310A-C2D1-45A6-90DD-F1BB3B58AA15}">
  <ds:schemaRefs>
    <ds:schemaRef ds:uri="648a4b3f-b359-4000-8a43-4a67835368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9578BF-7DF9-49AB-9CE3-63905658C1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2911</Words>
  <Application>Microsoft Office PowerPoint</Application>
  <PresentationFormat>Grand écran</PresentationFormat>
  <Paragraphs>890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AISSA</dc:creator>
  <cp:lastModifiedBy>Yasmine AISSA</cp:lastModifiedBy>
  <cp:revision>1</cp:revision>
  <dcterms:created xsi:type="dcterms:W3CDTF">2012-07-30T22:21:58Z</dcterms:created>
  <dcterms:modified xsi:type="dcterms:W3CDTF">2025-11-04T14:43:26Z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0x010100DEA7A751287696408B892F98C1001C07</vt:lpwstr>
  </property>
  <property fmtid="{D5CDD505-2E9C-101B-9397-08002B2CF9AE}" pid="3" name="MediaServiceImageTags">
    <vt:lpwstr/>
  </property>
</Properties>
</file>