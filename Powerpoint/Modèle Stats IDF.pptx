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63" r:id="rId5"/>
    <p:sldId id="2147482533" r:id="rId6"/>
    <p:sldId id="2147482518" r:id="rId7"/>
    <p:sldId id="2147482534" r:id="rId8"/>
    <p:sldId id="2147482548" r:id="rId9"/>
    <p:sldId id="2147482536" r:id="rId10"/>
    <p:sldId id="2147482549" r:id="rId11"/>
    <p:sldId id="2147482538" r:id="rId12"/>
    <p:sldId id="2147482550" r:id="rId13"/>
    <p:sldId id="2147482540" r:id="rId14"/>
    <p:sldId id="2147482551" r:id="rId15"/>
    <p:sldId id="2147482542" r:id="rId16"/>
    <p:sldId id="2147482552" r:id="rId17"/>
    <p:sldId id="2147482544" r:id="rId18"/>
    <p:sldId id="2147482553" r:id="rId19"/>
    <p:sldId id="2147482546" r:id="rId20"/>
    <p:sldId id="2147482554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4E95D9"/>
    <a:srgbClr val="4796D8"/>
    <a:srgbClr val="3F986F"/>
    <a:srgbClr val="FEC844"/>
    <a:srgbClr val="8AD489"/>
    <a:srgbClr val="36A4A3"/>
    <a:srgbClr val="FE9419"/>
    <a:srgbClr val="A7A7A7"/>
    <a:srgbClr val="D4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505A9-14E9-4F7D-9385-83227F32D0E3}" v="7" dt="2025-11-05T13:01:51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e AISSA" userId="c49615ed-9cc6-4a52-85fc-c583af0ddf2f" providerId="ADAL" clId="{1A7EC8A4-0136-4B44-A054-52A4A0A1DF4C}"/>
    <pc:docChg chg="undo custSel addSld delSld modSld">
      <pc:chgData name="Yasmine AISSA" userId="c49615ed-9cc6-4a52-85fc-c583af0ddf2f" providerId="ADAL" clId="{1A7EC8A4-0136-4B44-A054-52A4A0A1DF4C}" dt="2025-08-27T10:39:36.917" v="225" actId="1036"/>
      <pc:docMkLst>
        <pc:docMk/>
      </pc:docMkLst>
      <pc:sldChg chg="addSp delSp modSp mod">
        <pc:chgData name="Yasmine AISSA" userId="c49615ed-9cc6-4a52-85fc-c583af0ddf2f" providerId="ADAL" clId="{1A7EC8A4-0136-4B44-A054-52A4A0A1DF4C}" dt="2025-08-26T12:27:42.568" v="218" actId="20577"/>
        <pc:sldMkLst>
          <pc:docMk/>
          <pc:sldMk cId="3387351838" sldId="2147482530"/>
        </pc:sldMkLst>
      </pc:sldChg>
      <pc:sldChg chg="modSp mod">
        <pc:chgData name="Yasmine AISSA" userId="c49615ed-9cc6-4a52-85fc-c583af0ddf2f" providerId="ADAL" clId="{1A7EC8A4-0136-4B44-A054-52A4A0A1DF4C}" dt="2025-08-13T10:42:34.536" v="125" actId="20577"/>
        <pc:sldMkLst>
          <pc:docMk/>
          <pc:sldMk cId="385506026" sldId="2147482618"/>
        </pc:sldMkLst>
      </pc:sldChg>
      <pc:sldChg chg="addSp delSp del mod">
        <pc:chgData name="Yasmine AISSA" userId="c49615ed-9cc6-4a52-85fc-c583af0ddf2f" providerId="ADAL" clId="{1A7EC8A4-0136-4B44-A054-52A4A0A1DF4C}" dt="2025-08-13T10:14:01.595" v="57" actId="2696"/>
        <pc:sldMkLst>
          <pc:docMk/>
          <pc:sldMk cId="548572405" sldId="2147482633"/>
        </pc:sldMkLst>
      </pc:sldChg>
      <pc:sldChg chg="delSp modSp mod">
        <pc:chgData name="Yasmine AISSA" userId="c49615ed-9cc6-4a52-85fc-c583af0ddf2f" providerId="ADAL" clId="{1A7EC8A4-0136-4B44-A054-52A4A0A1DF4C}" dt="2025-08-27T10:39:36.917" v="225" actId="1036"/>
        <pc:sldMkLst>
          <pc:docMk/>
          <pc:sldMk cId="1091974974" sldId="2147482645"/>
        </pc:sldMkLst>
      </pc:sldChg>
      <pc:sldChg chg="addSp delSp modSp add mod">
        <pc:chgData name="Yasmine AISSA" userId="c49615ed-9cc6-4a52-85fc-c583af0ddf2f" providerId="ADAL" clId="{1A7EC8A4-0136-4B44-A054-52A4A0A1DF4C}" dt="2025-08-14T14:15:22.057" v="174" actId="1076"/>
        <pc:sldMkLst>
          <pc:docMk/>
          <pc:sldMk cId="122638338" sldId="2147482646"/>
        </pc:sldMkLst>
      </pc:sldChg>
    </pc:docChg>
  </pc:docChgLst>
  <pc:docChgLst>
    <pc:chgData name="Yasmine AISSA" userId="c49615ed-9cc6-4a52-85fc-c583af0ddf2f" providerId="ADAL" clId="{B926B871-0419-4A40-812B-AC65033A947E}"/>
    <pc:docChg chg="undo custSel addSld delSld modSld sldOrd">
      <pc:chgData name="Yasmine AISSA" userId="c49615ed-9cc6-4a52-85fc-c583af0ddf2f" providerId="ADAL" clId="{B926B871-0419-4A40-812B-AC65033A947E}" dt="2025-07-21T09:36:24.070" v="2870" actId="729"/>
      <pc:docMkLst>
        <pc:docMk/>
      </pc:docMkLst>
      <pc:sldChg chg="modSp mod ord modShow">
        <pc:chgData name="Yasmine AISSA" userId="c49615ed-9cc6-4a52-85fc-c583af0ddf2f" providerId="ADAL" clId="{B926B871-0419-4A40-812B-AC65033A947E}" dt="2025-07-15T12:20:56.769" v="2514" actId="729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B926B871-0419-4A40-812B-AC65033A947E}" dt="2025-07-15T10:02:53.792" v="2088" actId="20577"/>
        <pc:sldMkLst>
          <pc:docMk/>
          <pc:sldMk cId="0" sldId="263"/>
        </pc:sldMkLst>
      </pc:sldChg>
      <pc:sldChg chg="del">
        <pc:chgData name="Yasmine AISSA" userId="c49615ed-9cc6-4a52-85fc-c583af0ddf2f" providerId="ADAL" clId="{B926B871-0419-4A40-812B-AC65033A947E}" dt="2025-07-11T07:51:13.770" v="25" actId="2696"/>
        <pc:sldMkLst>
          <pc:docMk/>
          <pc:sldMk cId="3593570983" sldId="2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78573543" sldId="2147482403"/>
        </pc:sldMkLst>
      </pc:sldChg>
      <pc:sldChg chg="modSp mod">
        <pc:chgData name="Yasmine AISSA" userId="c49615ed-9cc6-4a52-85fc-c583af0ddf2f" providerId="ADAL" clId="{B926B871-0419-4A40-812B-AC65033A947E}" dt="2025-07-15T10:03:27.685" v="2092" actId="2057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B926B871-0419-4A40-812B-AC65033A947E}" dt="2025-07-11T07:46:09.346" v="11" actId="2696"/>
        <pc:sldMkLst>
          <pc:docMk/>
          <pc:sldMk cId="565392847" sldId="2147482426"/>
        </pc:sldMkLst>
      </pc:sldChg>
      <pc:sldChg chg="del">
        <pc:chgData name="Yasmine AISSA" userId="c49615ed-9cc6-4a52-85fc-c583af0ddf2f" providerId="ADAL" clId="{B926B871-0419-4A40-812B-AC65033A947E}" dt="2025-07-11T07:51:26.044" v="26" actId="2696"/>
        <pc:sldMkLst>
          <pc:docMk/>
          <pc:sldMk cId="3532531603" sldId="214748243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15333647" sldId="2147482441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5934177" sldId="2147482443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513069919" sldId="214748244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745483483" sldId="2147482450"/>
        </pc:sldMkLst>
      </pc:sldChg>
      <pc:sldChg chg="modSp mod">
        <pc:chgData name="Yasmine AISSA" userId="c49615ed-9cc6-4a52-85fc-c583af0ddf2f" providerId="ADAL" clId="{B926B871-0419-4A40-812B-AC65033A947E}" dt="2025-07-15T10:49:33.240" v="2468" actId="20577"/>
        <pc:sldMkLst>
          <pc:docMk/>
          <pc:sldMk cId="2381479601" sldId="2147482451"/>
        </pc:sldMkLst>
      </pc:sldChg>
      <pc:sldChg chg="modSp mod">
        <pc:chgData name="Yasmine AISSA" userId="c49615ed-9cc6-4a52-85fc-c583af0ddf2f" providerId="ADAL" clId="{B926B871-0419-4A40-812B-AC65033A947E}" dt="2025-07-15T10:35:12.107" v="2345" actId="2057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3688813400" sldId="2147482454"/>
        </pc:sldMkLst>
      </pc:sldChg>
      <pc:sldChg chg="modSp mod modShow">
        <pc:chgData name="Yasmine AISSA" userId="c49615ed-9cc6-4a52-85fc-c583af0ddf2f" providerId="ADAL" clId="{B926B871-0419-4A40-812B-AC65033A947E}" dt="2025-07-15T10:33:13.320" v="2275" actId="20577"/>
        <pc:sldMkLst>
          <pc:docMk/>
          <pc:sldMk cId="2784782344" sldId="2147482455"/>
        </pc:sldMkLst>
      </pc:sldChg>
      <pc:sldChg chg="del">
        <pc:chgData name="Yasmine AISSA" userId="c49615ed-9cc6-4a52-85fc-c583af0ddf2f" providerId="ADAL" clId="{B926B871-0419-4A40-812B-AC65033A947E}" dt="2025-07-11T08:28:15.657" v="226" actId="2696"/>
        <pc:sldMkLst>
          <pc:docMk/>
          <pc:sldMk cId="3571603803" sldId="2147482457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172808798" sldId="214748245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91757381" sldId="214748246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949560971" sldId="2147482462"/>
        </pc:sldMkLst>
      </pc:sldChg>
      <pc:sldChg chg="modSp mod">
        <pc:chgData name="Yasmine AISSA" userId="c49615ed-9cc6-4a52-85fc-c583af0ddf2f" providerId="ADAL" clId="{B926B871-0419-4A40-812B-AC65033A947E}" dt="2025-07-15T10:33:08.158" v="2274" actId="20577"/>
        <pc:sldMkLst>
          <pc:docMk/>
          <pc:sldMk cId="1902261105" sldId="2147482463"/>
        </pc:sldMkLst>
      </pc:sldChg>
      <pc:sldChg chg="modSp mod modShow">
        <pc:chgData name="Yasmine AISSA" userId="c49615ed-9cc6-4a52-85fc-c583af0ddf2f" providerId="ADAL" clId="{B926B871-0419-4A40-812B-AC65033A947E}" dt="2025-07-15T10:16:59.287" v="2119" actId="729"/>
        <pc:sldMkLst>
          <pc:docMk/>
          <pc:sldMk cId="2789704366" sldId="2147482464"/>
        </pc:sldMkLst>
      </pc:sldChg>
      <pc:sldChg chg="modSp mod">
        <pc:chgData name="Yasmine AISSA" userId="c49615ed-9cc6-4a52-85fc-c583af0ddf2f" providerId="ADAL" clId="{B926B871-0419-4A40-812B-AC65033A947E}" dt="2025-07-15T10:10:14.022" v="2114" actId="20577"/>
        <pc:sldMkLst>
          <pc:docMk/>
          <pc:sldMk cId="1281640377" sldId="2147482465"/>
        </pc:sldMkLst>
      </pc:sldChg>
      <pc:sldChg chg="modSp mod">
        <pc:chgData name="Yasmine AISSA" userId="c49615ed-9cc6-4a52-85fc-c583af0ddf2f" providerId="ADAL" clId="{B926B871-0419-4A40-812B-AC65033A947E}" dt="2025-07-15T10:51:23.187" v="2497" actId="20577"/>
        <pc:sldMkLst>
          <pc:docMk/>
          <pc:sldMk cId="2260850067" sldId="2147482468"/>
        </pc:sldMkLst>
      </pc:sldChg>
      <pc:sldChg chg="modSp mod">
        <pc:chgData name="Yasmine AISSA" userId="c49615ed-9cc6-4a52-85fc-c583af0ddf2f" providerId="ADAL" clId="{B926B871-0419-4A40-812B-AC65033A947E}" dt="2025-07-15T10:49:47.640" v="2470" actId="20577"/>
        <pc:sldMkLst>
          <pc:docMk/>
          <pc:sldMk cId="2335165579" sldId="2147482470"/>
        </pc:sldMkLst>
      </pc:sldChg>
      <pc:sldChg chg="modSp mod">
        <pc:chgData name="Yasmine AISSA" userId="c49615ed-9cc6-4a52-85fc-c583af0ddf2f" providerId="ADAL" clId="{B926B871-0419-4A40-812B-AC65033A947E}" dt="2025-07-11T07:45:34.169" v="8" actId="2057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64143400" sldId="214748247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638513251" sldId="21474824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918671888" sldId="214748247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438361820" sldId="214748247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467254795" sldId="214748247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418681064" sldId="2147482479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647237989" sldId="2147482480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2908641256" sldId="214748248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842748019" sldId="214748248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365040940" sldId="2147482483"/>
        </pc:sldMkLst>
      </pc:sldChg>
      <pc:sldChg chg="modSp mod">
        <pc:chgData name="Yasmine AISSA" userId="c49615ed-9cc6-4a52-85fc-c583af0ddf2f" providerId="ADAL" clId="{B926B871-0419-4A40-812B-AC65033A947E}" dt="2025-07-15T10:47:22.654" v="2455" actId="2057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60019468" sldId="2147482488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32189943" sldId="2147482489"/>
        </pc:sldMkLst>
      </pc:sldChg>
      <pc:sldChg chg="mod modShow">
        <pc:chgData name="Yasmine AISSA" userId="c49615ed-9cc6-4a52-85fc-c583af0ddf2f" providerId="ADAL" clId="{B926B871-0419-4A40-812B-AC65033A947E}" dt="2025-07-21T09:36:24.070" v="2870" actId="729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843191464" sldId="2147482496"/>
        </pc:sldMkLst>
      </pc:sldChg>
      <pc:sldChg chg="mod modShow">
        <pc:chgData name="Yasmine AISSA" userId="c49615ed-9cc6-4a52-85fc-c583af0ddf2f" providerId="ADAL" clId="{B926B871-0419-4A40-812B-AC65033A947E}" dt="2025-07-11T15:19:22.227" v="1962" actId="729"/>
        <pc:sldMkLst>
          <pc:docMk/>
          <pc:sldMk cId="2901287855" sldId="2147482498"/>
        </pc:sldMkLst>
      </pc:sldChg>
      <pc:sldChg chg="mod modShow">
        <pc:chgData name="Yasmine AISSA" userId="c49615ed-9cc6-4a52-85fc-c583af0ddf2f" providerId="ADAL" clId="{B926B871-0419-4A40-812B-AC65033A947E}" dt="2025-07-15T10:19:49.391" v="2144" actId="729"/>
        <pc:sldMkLst>
          <pc:docMk/>
          <pc:sldMk cId="539872588" sldId="2147482499"/>
        </pc:sldMkLst>
      </pc:sldChg>
      <pc:sldChg chg="del">
        <pc:chgData name="Yasmine AISSA" userId="c49615ed-9cc6-4a52-85fc-c583af0ddf2f" providerId="ADAL" clId="{B926B871-0419-4A40-812B-AC65033A947E}" dt="2025-07-11T07:45:42.143" v="9" actId="2696"/>
        <pc:sldMkLst>
          <pc:docMk/>
          <pc:sldMk cId="3571576248" sldId="2147482501"/>
        </pc:sldMkLst>
      </pc:sldChg>
      <pc:sldChg chg="del">
        <pc:chgData name="Yasmine AISSA" userId="c49615ed-9cc6-4a52-85fc-c583af0ddf2f" providerId="ADAL" clId="{B926B871-0419-4A40-812B-AC65033A947E}" dt="2025-07-11T07:46:12.325" v="12" actId="2696"/>
        <pc:sldMkLst>
          <pc:docMk/>
          <pc:sldMk cId="2399831505" sldId="2147482502"/>
        </pc:sldMkLst>
      </pc:sldChg>
      <pc:sldChg chg="add del">
        <pc:chgData name="Yasmine AISSA" userId="c49615ed-9cc6-4a52-85fc-c583af0ddf2f" providerId="ADAL" clId="{B926B871-0419-4A40-812B-AC65033A947E}" dt="2025-07-15T10:03:06.636" v="2089" actId="2696"/>
        <pc:sldMkLst>
          <pc:docMk/>
          <pc:sldMk cId="2499763912" sldId="2147482503"/>
        </pc:sldMkLst>
      </pc:sldChg>
      <pc:sldChg chg="del">
        <pc:chgData name="Yasmine AISSA" userId="c49615ed-9cc6-4a52-85fc-c583af0ddf2f" providerId="ADAL" clId="{B926B871-0419-4A40-812B-AC65033A947E}" dt="2025-07-11T08:26:19.227" v="217" actId="2696"/>
        <pc:sldMkLst>
          <pc:docMk/>
          <pc:sldMk cId="1833900295" sldId="214748250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153834335" sldId="2147482505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18092017" sldId="2147482508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513116433" sldId="2147482509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1589277578" sldId="2147482510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3522021940" sldId="2147482512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58657867" sldId="214748251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936184" sldId="2147482516"/>
        </pc:sldMkLst>
      </pc:sldChg>
      <pc:sldChg chg="addSp delSp modSp mod">
        <pc:chgData name="Yasmine AISSA" userId="c49615ed-9cc6-4a52-85fc-c583af0ddf2f" providerId="ADAL" clId="{B926B871-0419-4A40-812B-AC65033A947E}" dt="2025-07-15T10:52:58.833" v="2511" actId="1076"/>
        <pc:sldMkLst>
          <pc:docMk/>
          <pc:sldMk cId="3864399978" sldId="2147482517"/>
        </pc:sldMkLst>
      </pc:sldChg>
      <pc:sldChg chg="modSp mod">
        <pc:chgData name="Yasmine AISSA" userId="c49615ed-9cc6-4a52-85fc-c583af0ddf2f" providerId="ADAL" clId="{B926B871-0419-4A40-812B-AC65033A947E}" dt="2025-07-15T10:25:36.669" v="2162" actId="20577"/>
        <pc:sldMkLst>
          <pc:docMk/>
          <pc:sldMk cId="1445730063" sldId="2147482518"/>
        </pc:sldMkLst>
      </pc:sldChg>
      <pc:sldChg chg="del">
        <pc:chgData name="Yasmine AISSA" userId="c49615ed-9cc6-4a52-85fc-c583af0ddf2f" providerId="ADAL" clId="{B926B871-0419-4A40-812B-AC65033A947E}" dt="2025-07-15T10:03:22.046" v="2090" actId="2696"/>
        <pc:sldMkLst>
          <pc:docMk/>
          <pc:sldMk cId="487709633" sldId="2147482519"/>
        </pc:sldMkLst>
      </pc:sldChg>
      <pc:sldChg chg="addSp delSp modSp del mod">
        <pc:chgData name="Yasmine AISSA" userId="c49615ed-9cc6-4a52-85fc-c583af0ddf2f" providerId="ADAL" clId="{B926B871-0419-4A40-812B-AC65033A947E}" dt="2025-07-11T13:38:47.173" v="1583" actId="2696"/>
        <pc:sldMkLst>
          <pc:docMk/>
          <pc:sldMk cId="1213988119" sldId="2147482520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264126006" sldId="2147482523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317492015" sldId="2147482524"/>
        </pc:sldMkLst>
      </pc:sldChg>
      <pc:sldChg chg="addSp delSp modSp mod ord modShow">
        <pc:chgData name="Yasmine AISSA" userId="c49615ed-9cc6-4a52-85fc-c583af0ddf2f" providerId="ADAL" clId="{B926B871-0419-4A40-812B-AC65033A947E}" dt="2025-07-15T13:04:23.646" v="2780" actId="255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54703528" sldId="2147482528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2107345368" sldId="2147482529"/>
        </pc:sldMkLst>
      </pc:sldChg>
      <pc:sldChg chg="addSp modSp mod ord modShow">
        <pc:chgData name="Yasmine AISSA" userId="c49615ed-9cc6-4a52-85fc-c583af0ddf2f" providerId="ADAL" clId="{B926B871-0419-4A40-812B-AC65033A947E}" dt="2025-07-15T13:20:15.726" v="2803" actId="1076"/>
        <pc:sldMkLst>
          <pc:docMk/>
          <pc:sldMk cId="3387351838" sldId="2147482530"/>
        </pc:sldMkLst>
      </pc:sldChg>
      <pc:sldChg chg="addSp delSp modSp del mod">
        <pc:chgData name="Yasmine AISSA" userId="c49615ed-9cc6-4a52-85fc-c583af0ddf2f" providerId="ADAL" clId="{B926B871-0419-4A40-812B-AC65033A947E}" dt="2025-07-11T13:41:23.229" v="1674" actId="2696"/>
        <pc:sldMkLst>
          <pc:docMk/>
          <pc:sldMk cId="2427981154" sldId="2147482531"/>
        </pc:sldMkLst>
      </pc:sldChg>
      <pc:sldChg chg="addSp delSp modSp del mod">
        <pc:chgData name="Yasmine AISSA" userId="c49615ed-9cc6-4a52-85fc-c583af0ddf2f" providerId="ADAL" clId="{B926B871-0419-4A40-812B-AC65033A947E}" dt="2025-07-11T13:41:51.531" v="1680" actId="2696"/>
        <pc:sldMkLst>
          <pc:docMk/>
          <pc:sldMk cId="2686232559" sldId="2147482532"/>
        </pc:sldMkLst>
      </pc:sldChg>
      <pc:sldChg chg="addSp delSp modSp mod">
        <pc:chgData name="Yasmine AISSA" userId="c49615ed-9cc6-4a52-85fc-c583af0ddf2f" providerId="ADAL" clId="{B926B871-0419-4A40-812B-AC65033A947E}" dt="2025-07-15T10:31:23.045" v="2235" actId="20577"/>
        <pc:sldMkLst>
          <pc:docMk/>
          <pc:sldMk cId="2913223353" sldId="2147482534"/>
        </pc:sldMkLst>
      </pc:sldChg>
      <pc:sldChg chg="addSp delSp modSp del mod">
        <pc:chgData name="Yasmine AISSA" userId="c49615ed-9cc6-4a52-85fc-c583af0ddf2f" providerId="ADAL" clId="{B926B871-0419-4A40-812B-AC65033A947E}" dt="2025-07-11T13:47:00.359" v="1752" actId="2696"/>
        <pc:sldMkLst>
          <pc:docMk/>
          <pc:sldMk cId="3728653431" sldId="2147482535"/>
        </pc:sldMkLst>
      </pc:sldChg>
      <pc:sldChg chg="delSp modSp mod modShow">
        <pc:chgData name="Yasmine AISSA" userId="c49615ed-9cc6-4a52-85fc-c583af0ddf2f" providerId="ADAL" clId="{B926B871-0419-4A40-812B-AC65033A947E}" dt="2025-07-15T10:33:24.541" v="2281" actId="20577"/>
        <pc:sldMkLst>
          <pc:docMk/>
          <pc:sldMk cId="1249032153" sldId="2147482539"/>
        </pc:sldMkLst>
      </pc:sldChg>
      <pc:sldChg chg="del mod modShow">
        <pc:chgData name="Yasmine AISSA" userId="c49615ed-9cc6-4a52-85fc-c583af0ddf2f" providerId="ADAL" clId="{B926B871-0419-4A40-812B-AC65033A947E}" dt="2025-07-11T08:29:15.186" v="231" actId="47"/>
        <pc:sldMkLst>
          <pc:docMk/>
          <pc:sldMk cId="1896308960" sldId="2147482540"/>
        </pc:sldMkLst>
      </pc:sldChg>
      <pc:sldChg chg="del">
        <pc:chgData name="Yasmine AISSA" userId="c49615ed-9cc6-4a52-85fc-c583af0ddf2f" providerId="ADAL" clId="{B926B871-0419-4A40-812B-AC65033A947E}" dt="2025-07-11T08:28:29.844" v="227" actId="2696"/>
        <pc:sldMkLst>
          <pc:docMk/>
          <pc:sldMk cId="3975987300" sldId="2147482541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3013181863" sldId="2147482542"/>
        </pc:sldMkLst>
      </pc:sldChg>
      <pc:sldChg chg="del mod modShow">
        <pc:chgData name="Yasmine AISSA" userId="c49615ed-9cc6-4a52-85fc-c583af0ddf2f" providerId="ADAL" clId="{B926B871-0419-4A40-812B-AC65033A947E}" dt="2025-07-11T08:30:15.751" v="235" actId="47"/>
        <pc:sldMkLst>
          <pc:docMk/>
          <pc:sldMk cId="1146468606" sldId="2147482543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680353883" sldId="2147482544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712893521" sldId="2147482545"/>
        </pc:sldMkLst>
      </pc:sldChg>
      <pc:sldChg chg="modSp mod">
        <pc:chgData name="Yasmine AISSA" userId="c49615ed-9cc6-4a52-85fc-c583af0ddf2f" providerId="ADAL" clId="{B926B871-0419-4A40-812B-AC65033A947E}" dt="2025-07-15T10:51:13.810" v="2496" actId="20577"/>
        <pc:sldMkLst>
          <pc:docMk/>
          <pc:sldMk cId="2889329387" sldId="2147482547"/>
        </pc:sldMkLst>
      </pc:sldChg>
      <pc:sldChg chg="modSp mod modShow">
        <pc:chgData name="Yasmine AISSA" userId="c49615ed-9cc6-4a52-85fc-c583af0ddf2f" providerId="ADAL" clId="{B926B871-0419-4A40-812B-AC65033A947E}" dt="2025-07-15T10:50:50.939" v="2485" actId="20577"/>
        <pc:sldMkLst>
          <pc:docMk/>
          <pc:sldMk cId="3241639735" sldId="214748254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147679365" sldId="2147482549"/>
        </pc:sldMkLst>
      </pc:sldChg>
      <pc:sldChg chg="modSp mod">
        <pc:chgData name="Yasmine AISSA" userId="c49615ed-9cc6-4a52-85fc-c583af0ddf2f" providerId="ADAL" clId="{B926B871-0419-4A40-812B-AC65033A947E}" dt="2025-07-15T10:50:21.492" v="2481" actId="20577"/>
        <pc:sldMkLst>
          <pc:docMk/>
          <pc:sldMk cId="2105083939" sldId="2147482550"/>
        </pc:sldMkLst>
      </pc:sldChg>
      <pc:sldChg chg="modSp add del mod modShow">
        <pc:chgData name="Yasmine AISSA" userId="c49615ed-9cc6-4a52-85fc-c583af0ddf2f" providerId="ADAL" clId="{B926B871-0419-4A40-812B-AC65033A947E}" dt="2025-07-15T10:50:43.241" v="2484" actId="1076"/>
        <pc:sldMkLst>
          <pc:docMk/>
          <pc:sldMk cId="948637017" sldId="2147482551"/>
        </pc:sldMkLst>
      </pc:sldChg>
      <pc:sldChg chg="modSp del mod">
        <pc:chgData name="Yasmine AISSA" userId="c49615ed-9cc6-4a52-85fc-c583af0ddf2f" providerId="ADAL" clId="{B926B871-0419-4A40-812B-AC65033A947E}" dt="2025-07-11T14:30:22.871" v="1950" actId="2696"/>
        <pc:sldMkLst>
          <pc:docMk/>
          <pc:sldMk cId="3075192141" sldId="2147482552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12775264" sldId="214748255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91693735" sldId="214748255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0334688" sldId="2147482560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557984509" sldId="2147482561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1465724338" sldId="2147482562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4255554262" sldId="2147482564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3664562981" sldId="2147482565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20791958" sldId="2147482566"/>
        </pc:sldMkLst>
      </pc:sldChg>
      <pc:sldChg chg="modSp del mod">
        <pc:chgData name="Yasmine AISSA" userId="c49615ed-9cc6-4a52-85fc-c583af0ddf2f" providerId="ADAL" clId="{B926B871-0419-4A40-812B-AC65033A947E}" dt="2025-07-11T14:21:35.421" v="1903" actId="2696"/>
        <pc:sldMkLst>
          <pc:docMk/>
          <pc:sldMk cId="264377335" sldId="2147482568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3263565397" sldId="2147482570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43076246" sldId="2147482571"/>
        </pc:sldMkLst>
      </pc:sldChg>
      <pc:sldChg chg="modSp del mod modShow">
        <pc:chgData name="Yasmine AISSA" userId="c49615ed-9cc6-4a52-85fc-c583af0ddf2f" providerId="ADAL" clId="{B926B871-0419-4A40-812B-AC65033A947E}" dt="2025-07-11T14:20:12.365" v="1893" actId="2696"/>
        <pc:sldMkLst>
          <pc:docMk/>
          <pc:sldMk cId="3797644445" sldId="2147482572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16691557" sldId="2147482573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1619861972" sldId="2147482574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23372123" sldId="2147482575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2388140648" sldId="2147482576"/>
        </pc:sldMkLst>
      </pc:sldChg>
      <pc:sldChg chg="del">
        <pc:chgData name="Yasmine AISSA" userId="c49615ed-9cc6-4a52-85fc-c583af0ddf2f" providerId="ADAL" clId="{B926B871-0419-4A40-812B-AC65033A947E}" dt="2025-07-15T10:10:27.154" v="2115" actId="2696"/>
        <pc:sldMkLst>
          <pc:docMk/>
          <pc:sldMk cId="2389620308" sldId="2147482577"/>
        </pc:sldMkLst>
      </pc:sldChg>
      <pc:sldChg chg="del">
        <pc:chgData name="Yasmine AISSA" userId="c49615ed-9cc6-4a52-85fc-c583af0ddf2f" providerId="ADAL" clId="{B926B871-0419-4A40-812B-AC65033A947E}" dt="2025-07-15T10:17:03.477" v="2120" actId="2696"/>
        <pc:sldMkLst>
          <pc:docMk/>
          <pc:sldMk cId="1892054509" sldId="2147482578"/>
        </pc:sldMkLst>
      </pc:sldChg>
      <pc:sldChg chg="del">
        <pc:chgData name="Yasmine AISSA" userId="c49615ed-9cc6-4a52-85fc-c583af0ddf2f" providerId="ADAL" clId="{B926B871-0419-4A40-812B-AC65033A947E}" dt="2025-07-15T10:18:35.018" v="2123" actId="47"/>
        <pc:sldMkLst>
          <pc:docMk/>
          <pc:sldMk cId="1891143888" sldId="2147482579"/>
        </pc:sldMkLst>
      </pc:sldChg>
      <pc:sldChg chg="del">
        <pc:chgData name="Yasmine AISSA" userId="c49615ed-9cc6-4a52-85fc-c583af0ddf2f" providerId="ADAL" clId="{B926B871-0419-4A40-812B-AC65033A947E}" dt="2025-07-15T10:19:14.867" v="2130" actId="47"/>
        <pc:sldMkLst>
          <pc:docMk/>
          <pc:sldMk cId="2900614761" sldId="2147482580"/>
        </pc:sldMkLst>
      </pc:sldChg>
      <pc:sldChg chg="del mod modShow">
        <pc:chgData name="Yasmine AISSA" userId="c49615ed-9cc6-4a52-85fc-c583af0ddf2f" providerId="ADAL" clId="{B926B871-0419-4A40-812B-AC65033A947E}" dt="2025-07-15T10:24:57.922" v="2149" actId="47"/>
        <pc:sldMkLst>
          <pc:docMk/>
          <pc:sldMk cId="200095517" sldId="2147482581"/>
        </pc:sldMkLst>
      </pc:sldChg>
      <pc:sldChg chg="del">
        <pc:chgData name="Yasmine AISSA" userId="c49615ed-9cc6-4a52-85fc-c583af0ddf2f" providerId="ADAL" clId="{B926B871-0419-4A40-812B-AC65033A947E}" dt="2025-07-15T10:22:38.948" v="2147" actId="2696"/>
        <pc:sldMkLst>
          <pc:docMk/>
          <pc:sldMk cId="2542858977" sldId="2147482582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4089209576" sldId="2147482585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963400826" sldId="2147482588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3614671441" sldId="2147482589"/>
        </pc:sldMkLst>
      </pc:sldChg>
      <pc:sldChg chg="modSp add del mod ord">
        <pc:chgData name="Yasmine AISSA" userId="c49615ed-9cc6-4a52-85fc-c583af0ddf2f" providerId="ADAL" clId="{B926B871-0419-4A40-812B-AC65033A947E}" dt="2025-07-15T12:31:40.513" v="2529" actId="1076"/>
        <pc:sldMkLst>
          <pc:docMk/>
          <pc:sldMk cId="4084907256" sldId="2147482590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2709754494" sldId="2147482591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888161446" sldId="2147482592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134676857" sldId="2147482593"/>
        </pc:sldMkLst>
      </pc:sldChg>
      <pc:sldChg chg="modSp mod">
        <pc:chgData name="Yasmine AISSA" userId="c49615ed-9cc6-4a52-85fc-c583af0ddf2f" providerId="ADAL" clId="{B926B871-0419-4A40-812B-AC65033A947E}" dt="2025-07-15T10:51:27.800" v="2498" actId="20577"/>
        <pc:sldMkLst>
          <pc:docMk/>
          <pc:sldMk cId="2829010350" sldId="2147482596"/>
        </pc:sldMkLst>
      </pc:sldChg>
      <pc:sldChg chg="modSp mod modShow">
        <pc:chgData name="Yasmine AISSA" userId="c49615ed-9cc6-4a52-85fc-c583af0ddf2f" providerId="ADAL" clId="{B926B871-0419-4A40-812B-AC65033A947E}" dt="2025-07-15T13:58:28.972" v="2826" actId="729"/>
        <pc:sldMkLst>
          <pc:docMk/>
          <pc:sldMk cId="3053716332" sldId="2147482597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194223412" sldId="2147482599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4057079096" sldId="2147482600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91987161" sldId="214748260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7065706" sldId="2147482604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1991982842" sldId="214748260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79885721" sldId="2147482606"/>
        </pc:sldMkLst>
      </pc:sldChg>
      <pc:sldChg chg="del">
        <pc:chgData name="Yasmine AISSA" userId="c49615ed-9cc6-4a52-85fc-c583af0ddf2f" providerId="ADAL" clId="{B926B871-0419-4A40-812B-AC65033A947E}" dt="2025-07-11T08:30:15.751" v="235" actId="47"/>
        <pc:sldMkLst>
          <pc:docMk/>
          <pc:sldMk cId="1199835042" sldId="2147482607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022033923" sldId="2147482608"/>
        </pc:sldMkLst>
      </pc:sldChg>
      <pc:sldChg chg="del">
        <pc:chgData name="Yasmine AISSA" userId="c49615ed-9cc6-4a52-85fc-c583af0ddf2f" providerId="ADAL" clId="{B926B871-0419-4A40-812B-AC65033A947E}" dt="2025-07-11T08:09:03.093" v="208" actId="2696"/>
        <pc:sldMkLst>
          <pc:docMk/>
          <pc:sldMk cId="3256440991" sldId="2147482609"/>
        </pc:sldMkLst>
      </pc:sldChg>
      <pc:sldChg chg="modSp mod">
        <pc:chgData name="Yasmine AISSA" userId="c49615ed-9cc6-4a52-85fc-c583af0ddf2f" providerId="ADAL" clId="{B926B871-0419-4A40-812B-AC65033A947E}" dt="2025-07-15T10:49:26.365" v="2467" actId="20577"/>
        <pc:sldMkLst>
          <pc:docMk/>
          <pc:sldMk cId="2389248835" sldId="2147482610"/>
        </pc:sldMkLst>
      </pc:sldChg>
      <pc:sldChg chg="modSp mod">
        <pc:chgData name="Yasmine AISSA" userId="c49615ed-9cc6-4a52-85fc-c583af0ddf2f" providerId="ADAL" clId="{B926B871-0419-4A40-812B-AC65033A947E}" dt="2025-07-15T10:49:08.034" v="2462" actId="20577"/>
        <pc:sldMkLst>
          <pc:docMk/>
          <pc:sldMk cId="2597721776" sldId="2147482611"/>
        </pc:sldMkLst>
      </pc:sldChg>
      <pc:sldChg chg="modSp mod modShow">
        <pc:chgData name="Yasmine AISSA" userId="c49615ed-9cc6-4a52-85fc-c583af0ddf2f" providerId="ADAL" clId="{B926B871-0419-4A40-812B-AC65033A947E}" dt="2025-07-15T13:58:38.669" v="2827" actId="729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B926B871-0419-4A40-812B-AC65033A947E}" dt="2025-07-11T07:54:37.706" v="139" actId="2696"/>
        <pc:sldMkLst>
          <pc:docMk/>
          <pc:sldMk cId="3008791396" sldId="2147482613"/>
        </pc:sldMkLst>
      </pc:sldChg>
      <pc:sldChg chg="del mod modShow">
        <pc:chgData name="Yasmine AISSA" userId="c49615ed-9cc6-4a52-85fc-c583af0ddf2f" providerId="ADAL" clId="{B926B871-0419-4A40-812B-AC65033A947E}" dt="2025-07-11T08:04:36.745" v="165" actId="47"/>
        <pc:sldMkLst>
          <pc:docMk/>
          <pc:sldMk cId="1917245751" sldId="2147482614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369346932" sldId="2147482615"/>
        </pc:sldMkLst>
      </pc:sldChg>
      <pc:sldChg chg="modSp mod modShow">
        <pc:chgData name="Yasmine AISSA" userId="c49615ed-9cc6-4a52-85fc-c583af0ddf2f" providerId="ADAL" clId="{B926B871-0419-4A40-812B-AC65033A947E}" dt="2025-07-15T14:06:53.204" v="2850" actId="729"/>
        <pc:sldMkLst>
          <pc:docMk/>
          <pc:sldMk cId="2142893685" sldId="2147482616"/>
        </pc:sldMkLst>
      </pc:sldChg>
      <pc:sldChg chg="modSp mod">
        <pc:chgData name="Yasmine AISSA" userId="c49615ed-9cc6-4a52-85fc-c583af0ddf2f" providerId="ADAL" clId="{B926B871-0419-4A40-812B-AC65033A947E}" dt="2025-07-15T10:25:49.757" v="2170" actId="20577"/>
        <pc:sldMkLst>
          <pc:docMk/>
          <pc:sldMk cId="385506026" sldId="2147482618"/>
        </pc:sldMkLst>
      </pc:sldChg>
      <pc:sldChg chg="del mod modShow">
        <pc:chgData name="Yasmine AISSA" userId="c49615ed-9cc6-4a52-85fc-c583af0ddf2f" providerId="ADAL" clId="{B926B871-0419-4A40-812B-AC65033A947E}" dt="2025-07-15T10:24:38.866" v="2148" actId="2696"/>
        <pc:sldMkLst>
          <pc:docMk/>
          <pc:sldMk cId="3606437562" sldId="2147482619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332854758" sldId="2147482620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1912174299" sldId="2147482621"/>
        </pc:sldMkLst>
      </pc:sldChg>
      <pc:sldChg chg="addSp delSp add del mod setBg delDesignElem modShow">
        <pc:chgData name="Yasmine AISSA" userId="c49615ed-9cc6-4a52-85fc-c583af0ddf2f" providerId="ADAL" clId="{B926B871-0419-4A40-812B-AC65033A947E}" dt="2025-07-21T09:35:23" v="2865"/>
        <pc:sldMkLst>
          <pc:docMk/>
          <pc:sldMk cId="3932954260" sldId="2147482622"/>
        </pc:sldMkLst>
      </pc:sldChg>
      <pc:sldChg chg="modSp mod modShow">
        <pc:chgData name="Yasmine AISSA" userId="c49615ed-9cc6-4a52-85fc-c583af0ddf2f" providerId="ADAL" clId="{B926B871-0419-4A40-812B-AC65033A947E}" dt="2025-07-15T10:47:35.053" v="2459" actId="20577"/>
        <pc:sldMkLst>
          <pc:docMk/>
          <pc:sldMk cId="1406195659" sldId="2147482623"/>
        </pc:sldMkLst>
      </pc:sldChg>
      <pc:sldChg chg="modSp mod modShow">
        <pc:chgData name="Yasmine AISSA" userId="c49615ed-9cc6-4a52-85fc-c583af0ddf2f" providerId="ADAL" clId="{B926B871-0419-4A40-812B-AC65033A947E}" dt="2025-07-15T10:34:04.031" v="2314" actId="1076"/>
        <pc:sldMkLst>
          <pc:docMk/>
          <pc:sldMk cId="2826836844" sldId="2147482624"/>
        </pc:sldMkLst>
      </pc:sldChg>
      <pc:sldChg chg="modSp del mod modShow">
        <pc:chgData name="Yasmine AISSA" userId="c49615ed-9cc6-4a52-85fc-c583af0ddf2f" providerId="ADAL" clId="{B926B871-0419-4A40-812B-AC65033A947E}" dt="2025-07-11T13:55:36.731" v="1867" actId="2696"/>
        <pc:sldMkLst>
          <pc:docMk/>
          <pc:sldMk cId="2591406338" sldId="2147482625"/>
        </pc:sldMkLst>
      </pc:sldChg>
      <pc:sldChg chg="addSp delSp modSp mod modShow">
        <pc:chgData name="Yasmine AISSA" userId="c49615ed-9cc6-4a52-85fc-c583af0ddf2f" providerId="ADAL" clId="{B926B871-0419-4A40-812B-AC65033A947E}" dt="2025-07-15T10:33:47.350" v="2308" actId="1076"/>
        <pc:sldMkLst>
          <pc:docMk/>
          <pc:sldMk cId="4086416848" sldId="2147482626"/>
        </pc:sldMkLst>
      </pc:sldChg>
      <pc:sldChg chg="modSp mod modShow">
        <pc:chgData name="Yasmine AISSA" userId="c49615ed-9cc6-4a52-85fc-c583af0ddf2f" providerId="ADAL" clId="{B926B871-0419-4A40-812B-AC65033A947E}" dt="2025-07-15T13:56:50.822" v="2823" actId="729"/>
        <pc:sldMkLst>
          <pc:docMk/>
          <pc:sldMk cId="3706885681" sldId="2147482627"/>
        </pc:sldMkLst>
      </pc:sldChg>
      <pc:sldChg chg="del mod modShow">
        <pc:chgData name="Yasmine AISSA" userId="c49615ed-9cc6-4a52-85fc-c583af0ddf2f" providerId="ADAL" clId="{B926B871-0419-4A40-812B-AC65033A947E}" dt="2025-07-11T08:30:01.265" v="233" actId="47"/>
        <pc:sldMkLst>
          <pc:docMk/>
          <pc:sldMk cId="3489436192" sldId="2147482628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1453806796" sldId="2147482629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2842374480" sldId="2147482630"/>
        </pc:sldMkLst>
      </pc:sldChg>
      <pc:sldChg chg="modSp mod">
        <pc:chgData name="Yasmine AISSA" userId="c49615ed-9cc6-4a52-85fc-c583af0ddf2f" providerId="ADAL" clId="{B926B871-0419-4A40-812B-AC65033A947E}" dt="2025-07-15T10:45:21.091" v="2443" actId="20577"/>
        <pc:sldMkLst>
          <pc:docMk/>
          <pc:sldMk cId="2934060295" sldId="2147482631"/>
        </pc:sldMkLst>
      </pc:sldChg>
      <pc:sldChg chg="addSp delSp modSp mod modShow">
        <pc:chgData name="Yasmine AISSA" userId="c49615ed-9cc6-4a52-85fc-c583af0ddf2f" providerId="ADAL" clId="{B926B871-0419-4A40-812B-AC65033A947E}" dt="2025-07-15T12:27:42.718" v="2523" actId="1076"/>
        <pc:sldMkLst>
          <pc:docMk/>
          <pc:sldMk cId="3378406177" sldId="2147482632"/>
        </pc:sldMkLst>
      </pc:sldChg>
      <pc:sldChg chg="addSp delSp modSp add mod">
        <pc:chgData name="Yasmine AISSA" userId="c49615ed-9cc6-4a52-85fc-c583af0ddf2f" providerId="ADAL" clId="{B926B871-0419-4A40-812B-AC65033A947E}" dt="2025-07-15T10:28:57.358" v="2205" actId="1076"/>
        <pc:sldMkLst>
          <pc:docMk/>
          <pc:sldMk cId="548572405" sldId="2147482633"/>
        </pc:sldMkLst>
      </pc:sldChg>
      <pc:sldChg chg="addSp modSp add mod">
        <pc:chgData name="Yasmine AISSA" userId="c49615ed-9cc6-4a52-85fc-c583af0ddf2f" providerId="ADAL" clId="{B926B871-0419-4A40-812B-AC65033A947E}" dt="2025-07-15T12:21:13.354" v="2517" actId="1076"/>
        <pc:sldMkLst>
          <pc:docMk/>
          <pc:sldMk cId="2032420262" sldId="2147482634"/>
        </pc:sldMkLst>
      </pc:sldChg>
      <pc:sldChg chg="addSp modSp add mod">
        <pc:chgData name="Yasmine AISSA" userId="c49615ed-9cc6-4a52-85fc-c583af0ddf2f" providerId="ADAL" clId="{B926B871-0419-4A40-812B-AC65033A947E}" dt="2025-07-15T10:30:57.510" v="2230" actId="20577"/>
        <pc:sldMkLst>
          <pc:docMk/>
          <pc:sldMk cId="3072628558" sldId="2147482635"/>
        </pc:sldMkLst>
      </pc:sldChg>
      <pc:sldChg chg="addSp modSp add mod">
        <pc:chgData name="Yasmine AISSA" userId="c49615ed-9cc6-4a52-85fc-c583af0ddf2f" providerId="ADAL" clId="{B926B871-0419-4A40-812B-AC65033A947E}" dt="2025-07-15T10:32:43.732" v="2253" actId="20577"/>
        <pc:sldMkLst>
          <pc:docMk/>
          <pc:sldMk cId="2024774482" sldId="2147482636"/>
        </pc:sldMkLst>
      </pc:sldChg>
      <pc:sldChg chg="addSp modSp add mod">
        <pc:chgData name="Yasmine AISSA" userId="c49615ed-9cc6-4a52-85fc-c583af0ddf2f" providerId="ADAL" clId="{B926B871-0419-4A40-812B-AC65033A947E}" dt="2025-07-15T10:34:46.572" v="2340" actId="1037"/>
        <pc:sldMkLst>
          <pc:docMk/>
          <pc:sldMk cId="3903996569" sldId="2147482637"/>
        </pc:sldMkLst>
      </pc:sldChg>
      <pc:sldChg chg="addSp modSp add mod">
        <pc:chgData name="Yasmine AISSA" userId="c49615ed-9cc6-4a52-85fc-c583af0ddf2f" providerId="ADAL" clId="{B926B871-0419-4A40-812B-AC65033A947E}" dt="2025-07-15T12:30:26.485" v="2525" actId="1037"/>
        <pc:sldMkLst>
          <pc:docMk/>
          <pc:sldMk cId="505270672" sldId="2147482638"/>
        </pc:sldMkLst>
      </pc:sldChg>
      <pc:sldChg chg="addSp modSp add mod">
        <pc:chgData name="Yasmine AISSA" userId="c49615ed-9cc6-4a52-85fc-c583af0ddf2f" providerId="ADAL" clId="{B926B871-0419-4A40-812B-AC65033A947E}" dt="2025-07-15T10:52:09.918" v="2508" actId="1076"/>
        <pc:sldMkLst>
          <pc:docMk/>
          <pc:sldMk cId="1032640612" sldId="2147482639"/>
        </pc:sldMkLst>
      </pc:sldChg>
      <pc:sldChg chg="addSp delSp modSp add mod">
        <pc:chgData name="Yasmine AISSA" userId="c49615ed-9cc6-4a52-85fc-c583af0ddf2f" providerId="ADAL" clId="{B926B871-0419-4A40-812B-AC65033A947E}" dt="2025-07-15T10:47:16.275" v="2454" actId="1076"/>
        <pc:sldMkLst>
          <pc:docMk/>
          <pc:sldMk cId="137478425" sldId="2147482640"/>
        </pc:sldMkLst>
      </pc:sldChg>
      <pc:sldChg chg="modSp add del mod">
        <pc:chgData name="Yasmine AISSA" userId="c49615ed-9cc6-4a52-85fc-c583af0ddf2f" providerId="ADAL" clId="{B926B871-0419-4A40-812B-AC65033A947E}" dt="2025-07-15T10:45:03.591" v="2439" actId="2696"/>
        <pc:sldMkLst>
          <pc:docMk/>
          <pc:sldMk cId="1705227739" sldId="2147482641"/>
        </pc:sldMkLst>
      </pc:sldChg>
      <pc:sldChg chg="addSp modSp add mod">
        <pc:chgData name="Yasmine AISSA" userId="c49615ed-9cc6-4a52-85fc-c583af0ddf2f" providerId="ADAL" clId="{B926B871-0419-4A40-812B-AC65033A947E}" dt="2025-07-15T10:44:36.332" v="2438" actId="20577"/>
        <pc:sldMkLst>
          <pc:docMk/>
          <pc:sldMk cId="482464989" sldId="2147482642"/>
        </pc:sldMkLst>
      </pc:sldChg>
      <pc:sldChg chg="modSp new mod modShow">
        <pc:chgData name="Yasmine AISSA" userId="c49615ed-9cc6-4a52-85fc-c583af0ddf2f" providerId="ADAL" clId="{B926B871-0419-4A40-812B-AC65033A947E}" dt="2025-07-15T12:30:35.611" v="2526" actId="729"/>
        <pc:sldMkLst>
          <pc:docMk/>
          <pc:sldMk cId="3019325207" sldId="2147482643"/>
        </pc:sldMkLst>
      </pc:sldChg>
      <pc:sldChg chg="new del">
        <pc:chgData name="Yasmine AISSA" userId="c49615ed-9cc6-4a52-85fc-c583af0ddf2f" providerId="ADAL" clId="{B926B871-0419-4A40-812B-AC65033A947E}" dt="2025-07-15T09:12:35.020" v="2085" actId="680"/>
        <pc:sldMkLst>
          <pc:docMk/>
          <pc:sldMk cId="3288516220" sldId="2147482643"/>
        </pc:sldMkLst>
      </pc:sldChg>
      <pc:sldChg chg="add">
        <pc:chgData name="Yasmine AISSA" userId="c49615ed-9cc6-4a52-85fc-c583af0ddf2f" providerId="ADAL" clId="{B926B871-0419-4A40-812B-AC65033A947E}" dt="2025-07-15T10:40:04.144" v="2401" actId="2890"/>
        <pc:sldMkLst>
          <pc:docMk/>
          <pc:sldMk cId="4186051456" sldId="2147482644"/>
        </pc:sldMkLst>
      </pc:sldChg>
      <pc:sldChg chg="addSp delSp modSp add mod modShow">
        <pc:chgData name="Yasmine AISSA" userId="c49615ed-9cc6-4a52-85fc-c583af0ddf2f" providerId="ADAL" clId="{B926B871-0419-4A40-812B-AC65033A947E}" dt="2025-07-15T13:04:44.634" v="2781" actId="729"/>
        <pc:sldMkLst>
          <pc:docMk/>
          <pc:sldMk cId="1091974974" sldId="2147482645"/>
        </pc:sldMkLst>
      </pc:sldChg>
      <pc:sldChg chg="add del">
        <pc:chgData name="Yasmine AISSA" userId="c49615ed-9cc6-4a52-85fc-c583af0ddf2f" providerId="ADAL" clId="{B926B871-0419-4A40-812B-AC65033A947E}" dt="2025-07-21T09:35:29.787" v="2866" actId="2696"/>
        <pc:sldMkLst>
          <pc:docMk/>
          <pc:sldMk cId="243902312" sldId="2147482646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2641430066" sldId="2147482647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089912581" sldId="2147482648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118829435" sldId="2147482649"/>
        </pc:sldMkLst>
      </pc:sldChg>
      <pc:sldChg chg="add del">
        <pc:chgData name="Yasmine AISSA" userId="c49615ed-9cc6-4a52-85fc-c583af0ddf2f" providerId="ADAL" clId="{B926B871-0419-4A40-812B-AC65033A947E}" dt="2025-07-21T09:34:42.725" v="2861"/>
        <pc:sldMkLst>
          <pc:docMk/>
          <pc:sldMk cId="1333841121" sldId="2147482650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113949248" sldId="2147482651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353177444" sldId="2147482652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3454913897" sldId="2147482653"/>
        </pc:sldMkLst>
      </pc:sldChg>
    </pc:docChg>
  </pc:docChgLst>
  <pc:docChgLst>
    <pc:chgData name="Yasmine AISSA" userId="c49615ed-9cc6-4a52-85fc-c583af0ddf2f" providerId="ADAL" clId="{C1E26B80-9E14-4479-9694-990F20F05C7F}"/>
    <pc:docChg chg="undo custSel addSld delSld modSld sldOrd">
      <pc:chgData name="Yasmine AISSA" userId="c49615ed-9cc6-4a52-85fc-c583af0ddf2f" providerId="ADAL" clId="{C1E26B80-9E14-4479-9694-990F20F05C7F}" dt="2025-11-05T13:04:38.701" v="2128" actId="20577"/>
      <pc:docMkLst>
        <pc:docMk/>
      </pc:docMkLst>
      <pc:sldChg chg="del">
        <pc:chgData name="Yasmine AISSA" userId="c49615ed-9cc6-4a52-85fc-c583af0ddf2f" providerId="ADAL" clId="{C1E26B80-9E14-4479-9694-990F20F05C7F}" dt="2025-10-02T12:59:14.774" v="935" actId="47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C1E26B80-9E14-4479-9694-990F20F05C7F}" dt="2025-11-04T14:37:07.782" v="1729" actId="20577"/>
        <pc:sldMkLst>
          <pc:docMk/>
          <pc:sldMk cId="0" sldId="263"/>
        </pc:sldMkLst>
        <pc:spChg chg="mod">
          <ac:chgData name="Yasmine AISSA" userId="c49615ed-9cc6-4a52-85fc-c583af0ddf2f" providerId="ADAL" clId="{C1E26B80-9E14-4479-9694-990F20F05C7F}" dt="2025-11-04T14:37:07.782" v="1729" actId="20577"/>
          <ac:spMkLst>
            <pc:docMk/>
            <pc:sldMk cId="0" sldId="263"/>
            <ac:spMk id="4" creationId="{42CAF016-717A-AD95-5291-C0F4D2AC35DF}"/>
          </ac:spMkLst>
        </pc:spChg>
      </pc:sldChg>
      <pc:sldChg chg="del">
        <pc:chgData name="Yasmine AISSA" userId="c49615ed-9cc6-4a52-85fc-c583af0ddf2f" providerId="ADAL" clId="{C1E26B80-9E14-4479-9694-990F20F05C7F}" dt="2025-10-02T13:00:03.220" v="989" actId="4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C1E26B80-9E14-4479-9694-990F20F05C7F}" dt="2025-10-02T12:59:12.368" v="906" actId="47"/>
        <pc:sldMkLst>
          <pc:docMk/>
          <pc:sldMk cId="2381479601" sldId="2147482451"/>
        </pc:sldMkLst>
      </pc:sldChg>
      <pc:sldChg chg="del">
        <pc:chgData name="Yasmine AISSA" userId="c49615ed-9cc6-4a52-85fc-c583af0ddf2f" providerId="ADAL" clId="{C1E26B80-9E14-4479-9694-990F20F05C7F}" dt="2025-10-02T12:59:13.160" v="919" actId="4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C1E26B80-9E14-4479-9694-990F20F05C7F}" dt="2025-10-02T12:59:13.343" v="925" actId="47"/>
        <pc:sldMkLst>
          <pc:docMk/>
          <pc:sldMk cId="2784782344" sldId="2147482455"/>
        </pc:sldMkLst>
      </pc:sldChg>
      <pc:sldChg chg="modSp del mod ord">
        <pc:chgData name="Yasmine AISSA" userId="c49615ed-9cc6-4a52-85fc-c583af0ddf2f" providerId="ADAL" clId="{C1E26B80-9E14-4479-9694-990F20F05C7F}" dt="2025-09-17T12:58:37.075" v="227" actId="47"/>
        <pc:sldMkLst>
          <pc:docMk/>
          <pc:sldMk cId="1902261105" sldId="2147482463"/>
        </pc:sldMkLst>
      </pc:sldChg>
      <pc:sldChg chg="del">
        <pc:chgData name="Yasmine AISSA" userId="c49615ed-9cc6-4a52-85fc-c583af0ddf2f" providerId="ADAL" clId="{C1E26B80-9E14-4479-9694-990F20F05C7F}" dt="2025-10-02T12:59:13.400" v="926" actId="47"/>
        <pc:sldMkLst>
          <pc:docMk/>
          <pc:sldMk cId="2789704366" sldId="2147482464"/>
        </pc:sldMkLst>
      </pc:sldChg>
      <pc:sldChg chg="del">
        <pc:chgData name="Yasmine AISSA" userId="c49615ed-9cc6-4a52-85fc-c583af0ddf2f" providerId="ADAL" clId="{C1E26B80-9E14-4479-9694-990F20F05C7F}" dt="2025-10-02T12:59:14.225" v="933" actId="47"/>
        <pc:sldMkLst>
          <pc:docMk/>
          <pc:sldMk cId="1281640377" sldId="2147482465"/>
        </pc:sldMkLst>
      </pc:sldChg>
      <pc:sldChg chg="del">
        <pc:chgData name="Yasmine AISSA" userId="c49615ed-9cc6-4a52-85fc-c583af0ddf2f" providerId="ADAL" clId="{C1E26B80-9E14-4479-9694-990F20F05C7F}" dt="2025-10-02T12:59:12.921" v="912" actId="47"/>
        <pc:sldMkLst>
          <pc:docMk/>
          <pc:sldMk cId="2260850067" sldId="2147482468"/>
        </pc:sldMkLst>
      </pc:sldChg>
      <pc:sldChg chg="del">
        <pc:chgData name="Yasmine AISSA" userId="c49615ed-9cc6-4a52-85fc-c583af0ddf2f" providerId="ADAL" clId="{C1E26B80-9E14-4479-9694-990F20F05C7F}" dt="2025-10-02T12:59:12.671" v="909" actId="47"/>
        <pc:sldMkLst>
          <pc:docMk/>
          <pc:sldMk cId="2335165579" sldId="2147482470"/>
        </pc:sldMkLst>
      </pc:sldChg>
      <pc:sldChg chg="del">
        <pc:chgData name="Yasmine AISSA" userId="c49615ed-9cc6-4a52-85fc-c583af0ddf2f" providerId="ADAL" clId="{C1E26B80-9E14-4479-9694-990F20F05C7F}" dt="2025-10-02T13:00:26.912" v="993" actId="4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C1E26B80-9E14-4479-9694-990F20F05C7F}" dt="2025-10-02T12:59:12.192" v="901" actId="4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C1E26B80-9E14-4479-9694-990F20F05C7F}" dt="2025-10-02T12:59:10.785" v="893" actId="47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C1E26B80-9E14-4479-9694-990F20F05C7F}" dt="2025-10-02T12:59:12.239" v="903" actId="47"/>
        <pc:sldMkLst>
          <pc:docMk/>
          <pc:sldMk cId="2003063576" sldId="2147482497"/>
        </pc:sldMkLst>
      </pc:sldChg>
      <pc:sldChg chg="del">
        <pc:chgData name="Yasmine AISSA" userId="c49615ed-9cc6-4a52-85fc-c583af0ddf2f" providerId="ADAL" clId="{C1E26B80-9E14-4479-9694-990F20F05C7F}" dt="2025-10-02T12:59:11.128" v="896" actId="47"/>
        <pc:sldMkLst>
          <pc:docMk/>
          <pc:sldMk cId="2901287855" sldId="2147482498"/>
        </pc:sldMkLst>
      </pc:sldChg>
      <pc:sldChg chg="del">
        <pc:chgData name="Yasmine AISSA" userId="c49615ed-9cc6-4a52-85fc-c583af0ddf2f" providerId="ADAL" clId="{C1E26B80-9E14-4479-9694-990F20F05C7F}" dt="2025-10-02T12:59:13.097" v="916" actId="47"/>
        <pc:sldMkLst>
          <pc:docMk/>
          <pc:sldMk cId="539872588" sldId="2147482499"/>
        </pc:sldMkLst>
      </pc:sldChg>
      <pc:sldChg chg="modSp add del mod">
        <pc:chgData name="Yasmine AISSA" userId="c49615ed-9cc6-4a52-85fc-c583af0ddf2f" providerId="ADAL" clId="{C1E26B80-9E14-4479-9694-990F20F05C7F}" dt="2025-10-10T12:35:18.090" v="1100" actId="47"/>
        <pc:sldMkLst>
          <pc:docMk/>
          <pc:sldMk cId="3864399978" sldId="2147482517"/>
        </pc:sldMkLst>
      </pc:sldChg>
      <pc:sldChg chg="addSp delSp modSp add del mod">
        <pc:chgData name="Yasmine AISSA" userId="c49615ed-9cc6-4a52-85fc-c583af0ddf2f" providerId="ADAL" clId="{C1E26B80-9E14-4479-9694-990F20F05C7F}" dt="2025-11-04T14:39:53.331" v="1977" actId="20577"/>
        <pc:sldMkLst>
          <pc:docMk/>
          <pc:sldMk cId="1445730063" sldId="2147482518"/>
        </pc:sldMkLst>
        <pc:spChg chg="mod">
          <ac:chgData name="Yasmine AISSA" userId="c49615ed-9cc6-4a52-85fc-c583af0ddf2f" providerId="ADAL" clId="{C1E26B80-9E14-4479-9694-990F20F05C7F}" dt="2025-11-04T14:39:53.331" v="1977" actId="20577"/>
          <ac:spMkLst>
            <pc:docMk/>
            <pc:sldMk cId="1445730063" sldId="2147482518"/>
            <ac:spMk id="2" creationId="{82BA65AD-58D6-AA95-7815-8EAC9E023D1D}"/>
          </ac:spMkLst>
        </pc:spChg>
        <pc:spChg chg="mod">
          <ac:chgData name="Yasmine AISSA" userId="c49615ed-9cc6-4a52-85fc-c583af0ddf2f" providerId="ADAL" clId="{C1E26B80-9E14-4479-9694-990F20F05C7F}" dt="2025-11-04T14:37:19.509" v="1745" actId="20577"/>
          <ac:spMkLst>
            <pc:docMk/>
            <pc:sldMk cId="1445730063" sldId="2147482518"/>
            <ac:spMk id="4" creationId="{F01A3736-64E6-8F6B-A476-D87E8F651935}"/>
          </ac:spMkLst>
        </pc:spChg>
        <pc:spChg chg="mod">
          <ac:chgData name="Yasmine AISSA" userId="c49615ed-9cc6-4a52-85fc-c583af0ddf2f" providerId="ADAL" clId="{C1E26B80-9E14-4479-9694-990F20F05C7F}" dt="2025-10-10T12:34:47.013" v="1089" actId="20577"/>
          <ac:spMkLst>
            <pc:docMk/>
            <pc:sldMk cId="1445730063" sldId="2147482518"/>
            <ac:spMk id="6" creationId="{6998B906-5A07-15E1-81E3-35AA3928E090}"/>
          </ac:spMkLst>
        </pc:spChg>
        <pc:spChg chg="mod">
          <ac:chgData name="Yasmine AISSA" userId="c49615ed-9cc6-4a52-85fc-c583af0ddf2f" providerId="ADAL" clId="{C1E26B80-9E14-4479-9694-990F20F05C7F}" dt="2025-10-10T12:34:42.134" v="1086" actId="20577"/>
          <ac:spMkLst>
            <pc:docMk/>
            <pc:sldMk cId="1445730063" sldId="2147482518"/>
            <ac:spMk id="7" creationId="{D53D10A0-ED3C-0C82-54CF-450705145693}"/>
          </ac:spMkLst>
        </pc:spChg>
        <pc:spChg chg="mod">
          <ac:chgData name="Yasmine AISSA" userId="c49615ed-9cc6-4a52-85fc-c583af0ddf2f" providerId="ADAL" clId="{C1E26B80-9E14-4479-9694-990F20F05C7F}" dt="2025-10-10T12:35:51.959" v="1145" actId="20577"/>
          <ac:spMkLst>
            <pc:docMk/>
            <pc:sldMk cId="1445730063" sldId="2147482518"/>
            <ac:spMk id="8" creationId="{9B4D0AB9-747B-8924-C53B-B7EA78D5DAB9}"/>
          </ac:spMkLst>
        </pc:spChg>
        <pc:spChg chg="add mod">
          <ac:chgData name="Yasmine AISSA" userId="c49615ed-9cc6-4a52-85fc-c583af0ddf2f" providerId="ADAL" clId="{C1E26B80-9E14-4479-9694-990F20F05C7F}" dt="2025-10-15T13:07:11.463" v="1155" actId="207"/>
          <ac:spMkLst>
            <pc:docMk/>
            <pc:sldMk cId="1445730063" sldId="2147482518"/>
            <ac:spMk id="10" creationId="{8094D693-A649-EFAF-F30C-83E1AD923031}"/>
          </ac:spMkLst>
        </pc:spChg>
        <pc:spChg chg="add mod">
          <ac:chgData name="Yasmine AISSA" userId="c49615ed-9cc6-4a52-85fc-c583af0ddf2f" providerId="ADAL" clId="{C1E26B80-9E14-4479-9694-990F20F05C7F}" dt="2025-10-15T13:07:15.800" v="1156" actId="207"/>
          <ac:spMkLst>
            <pc:docMk/>
            <pc:sldMk cId="1445730063" sldId="2147482518"/>
            <ac:spMk id="11" creationId="{1307E5D1-3D01-9F6E-8F4F-684F492E3C39}"/>
          </ac:spMkLst>
        </pc:spChg>
        <pc:spChg chg="add mod">
          <ac:chgData name="Yasmine AISSA" userId="c49615ed-9cc6-4a52-85fc-c583af0ddf2f" providerId="ADAL" clId="{C1E26B80-9E14-4479-9694-990F20F05C7F}" dt="2025-10-15T13:08:02.396" v="1166" actId="207"/>
          <ac:spMkLst>
            <pc:docMk/>
            <pc:sldMk cId="1445730063" sldId="2147482518"/>
            <ac:spMk id="12" creationId="{C12EACBC-F4AB-6ECA-AA06-32D8EB5D2D4A}"/>
          </ac:spMkLst>
        </pc:spChg>
        <pc:spChg chg="add mod">
          <ac:chgData name="Yasmine AISSA" userId="c49615ed-9cc6-4a52-85fc-c583af0ddf2f" providerId="ADAL" clId="{C1E26B80-9E14-4479-9694-990F20F05C7F}" dt="2025-10-15T13:07:54.875" v="1164" actId="207"/>
          <ac:spMkLst>
            <pc:docMk/>
            <pc:sldMk cId="1445730063" sldId="2147482518"/>
            <ac:spMk id="13" creationId="{B6AA4C82-D82C-DEFB-1F77-50AEBF9ABBCC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4" creationId="{52BC43AB-7394-6281-2CD1-63CCD1ECB037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5" creationId="{47D684F2-CC6D-B3C9-CC6C-C90B542D7D51}"/>
          </ac:spMkLst>
        </pc:spChg>
        <pc:spChg chg="add mod">
          <ac:chgData name="Yasmine AISSA" userId="c49615ed-9cc6-4a52-85fc-c583af0ddf2f" providerId="ADAL" clId="{C1E26B80-9E14-4479-9694-990F20F05C7F}" dt="2025-10-15T13:07:03.445" v="1154" actId="207"/>
          <ac:spMkLst>
            <pc:docMk/>
            <pc:sldMk cId="1445730063" sldId="2147482518"/>
            <ac:spMk id="16" creationId="{4000F295-6306-F532-959F-02D6A488AD64}"/>
          </ac:spMkLst>
        </pc:spChg>
        <pc:spChg chg="add mod">
          <ac:chgData name="Yasmine AISSA" userId="c49615ed-9cc6-4a52-85fc-c583af0ddf2f" providerId="ADAL" clId="{C1E26B80-9E14-4479-9694-990F20F05C7F}" dt="2025-10-15T13:07:58.246" v="1165" actId="207"/>
          <ac:spMkLst>
            <pc:docMk/>
            <pc:sldMk cId="1445730063" sldId="2147482518"/>
            <ac:spMk id="17" creationId="{F57C9BB7-CDB3-E71A-1F34-628958B555D6}"/>
          </ac:spMkLst>
        </pc:spChg>
        <pc:spChg chg="add mod">
          <ac:chgData name="Yasmine AISSA" userId="c49615ed-9cc6-4a52-85fc-c583af0ddf2f" providerId="ADAL" clId="{C1E26B80-9E14-4479-9694-990F20F05C7F}" dt="2025-10-31T09:18:01.528" v="1261" actId="20577"/>
          <ac:spMkLst>
            <pc:docMk/>
            <pc:sldMk cId="1445730063" sldId="2147482518"/>
            <ac:spMk id="18" creationId="{7D24B473-3441-75E9-5931-132943AE1E90}"/>
          </ac:spMkLst>
        </pc:spChg>
        <pc:spChg chg="add mod">
          <ac:chgData name="Yasmine AISSA" userId="c49615ed-9cc6-4a52-85fc-c583af0ddf2f" providerId="ADAL" clId="{C1E26B80-9E14-4479-9694-990F20F05C7F}" dt="2025-10-31T13:41:14.300" v="1265" actId="20577"/>
          <ac:spMkLst>
            <pc:docMk/>
            <pc:sldMk cId="1445730063" sldId="2147482518"/>
            <ac:spMk id="19" creationId="{ED205BDB-966C-465F-B95D-DA23463B3D4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22" creationId="{F0C0E378-238D-CF37-252B-FB9BA569A504}"/>
          </ac:spMkLst>
        </pc:spChg>
        <pc:spChg chg="mod">
          <ac:chgData name="Yasmine AISSA" userId="c49615ed-9cc6-4a52-85fc-c583af0ddf2f" providerId="ADAL" clId="{C1E26B80-9E14-4479-9694-990F20F05C7F}" dt="2025-10-10T12:34:37.371" v="1084" actId="20577"/>
          <ac:spMkLst>
            <pc:docMk/>
            <pc:sldMk cId="1445730063" sldId="2147482518"/>
            <ac:spMk id="25" creationId="{6475E2AB-25C7-A228-E7F8-948E8D49179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38" creationId="{ECFB2F85-F6B5-3541-8622-50DE6E8B0065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48" creationId="{E8B365DD-07F0-78AA-3A59-A9DE0909394B}"/>
          </ac:spMkLst>
        </pc:spChg>
        <pc:spChg chg="mod">
          <ac:chgData name="Yasmine AISSA" userId="c49615ed-9cc6-4a52-85fc-c583af0ddf2f" providerId="ADAL" clId="{C1E26B80-9E14-4479-9694-990F20F05C7F}" dt="2025-10-10T12:34:45.395" v="1088" actId="20577"/>
          <ac:spMkLst>
            <pc:docMk/>
            <pc:sldMk cId="1445730063" sldId="2147482518"/>
            <ac:spMk id="53" creationId="{E89DEFED-9F28-18CE-DD79-76C09B485721}"/>
          </ac:spMkLst>
        </pc:spChg>
      </pc:sldChg>
      <pc:sldChg chg="del">
        <pc:chgData name="Yasmine AISSA" userId="c49615ed-9cc6-4a52-85fc-c583af0ddf2f" providerId="ADAL" clId="{C1E26B80-9E14-4479-9694-990F20F05C7F}" dt="2025-10-02T12:59:15.802" v="937" actId="47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C1E26B80-9E14-4479-9694-990F20F05C7F}" dt="2025-10-02T12:59:14.395" v="934" actId="47"/>
        <pc:sldMkLst>
          <pc:docMk/>
          <pc:sldMk cId="3387351838" sldId="2147482530"/>
        </pc:sldMkLst>
      </pc:sldChg>
      <pc:sldChg chg="modSp add del mod">
        <pc:chgData name="Yasmine AISSA" userId="c49615ed-9cc6-4a52-85fc-c583af0ddf2f" providerId="ADAL" clId="{C1E26B80-9E14-4479-9694-990F20F05C7F}" dt="2025-10-10T12:35:18.648" v="1101" actId="47"/>
        <pc:sldMkLst>
          <pc:docMk/>
          <pc:sldMk cId="1683726170" sldId="2147482532"/>
        </pc:sldMkLst>
      </pc:sldChg>
      <pc:sldChg chg="addSp delSp modSp add mod">
        <pc:chgData name="Yasmine AISSA" userId="c49615ed-9cc6-4a52-85fc-c583af0ddf2f" providerId="ADAL" clId="{C1E26B80-9E14-4479-9694-990F20F05C7F}" dt="2025-11-04T14:39:48.134" v="1976" actId="20577"/>
        <pc:sldMkLst>
          <pc:docMk/>
          <pc:sldMk cId="277286655" sldId="2147482533"/>
        </pc:sldMkLst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3" creationId="{2FD611A0-15EF-B4EF-4E1D-9A9A44C26706}"/>
          </ac:spMkLst>
        </pc:spChg>
        <pc:spChg chg="mod">
          <ac:chgData name="Yasmine AISSA" userId="c49615ed-9cc6-4a52-85fc-c583af0ddf2f" providerId="ADAL" clId="{C1E26B80-9E14-4479-9694-990F20F05C7F}" dt="2025-11-04T14:37:15.052" v="1737" actId="20577"/>
          <ac:spMkLst>
            <pc:docMk/>
            <pc:sldMk cId="277286655" sldId="2147482533"/>
            <ac:spMk id="4" creationId="{605C4F24-C0D3-D8A4-4A07-09025D3625B0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6" creationId="{0487D19F-1836-F7C5-AA3C-70B83B12E70C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7" creationId="{F78BFECA-35A7-3952-D0D3-4C4790A3BA0D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9" creationId="{8891686C-ABAD-70A6-7C59-37E44BF72CC3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1" creationId="{50EE8C1B-8817-6191-CEAA-7BD203323ED3}"/>
          </ac:spMkLst>
        </pc:spChg>
        <pc:spChg chg="mod">
          <ac:chgData name="Yasmine AISSA" userId="c49615ed-9cc6-4a52-85fc-c583af0ddf2f" providerId="ADAL" clId="{C1E26B80-9E14-4479-9694-990F20F05C7F}" dt="2025-10-10T12:33:21.756" v="1067" actId="20577"/>
          <ac:spMkLst>
            <pc:docMk/>
            <pc:sldMk cId="277286655" sldId="2147482533"/>
            <ac:spMk id="12" creationId="{15EB093F-3859-DD65-1AEA-C6212D612C79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3" creationId="{8DFB0924-12AC-F997-0B77-A4FAD0987D96}"/>
          </ac:spMkLst>
        </pc:spChg>
        <pc:spChg chg="mod">
          <ac:chgData name="Yasmine AISSA" userId="c49615ed-9cc6-4a52-85fc-c583af0ddf2f" providerId="ADAL" clId="{C1E26B80-9E14-4479-9694-990F20F05C7F}" dt="2025-10-10T12:33:17.624" v="1065" actId="20577"/>
          <ac:spMkLst>
            <pc:docMk/>
            <pc:sldMk cId="277286655" sldId="2147482533"/>
            <ac:spMk id="14" creationId="{434DF538-E9F0-0B44-F589-4C4181D1DC85}"/>
          </ac:spMkLst>
        </pc:spChg>
        <pc:spChg chg="mod">
          <ac:chgData name="Yasmine AISSA" userId="c49615ed-9cc6-4a52-85fc-c583af0ddf2f" providerId="ADAL" clId="{C1E26B80-9E14-4479-9694-990F20F05C7F}" dt="2025-10-10T12:33:23.899" v="1068" actId="20577"/>
          <ac:spMkLst>
            <pc:docMk/>
            <pc:sldMk cId="277286655" sldId="2147482533"/>
            <ac:spMk id="18" creationId="{0864B921-D628-B035-C269-AF31B6F214E2}"/>
          </ac:spMkLst>
        </pc:spChg>
        <pc:spChg chg="mod">
          <ac:chgData name="Yasmine AISSA" userId="c49615ed-9cc6-4a52-85fc-c583af0ddf2f" providerId="ADAL" clId="{C1E26B80-9E14-4479-9694-990F20F05C7F}" dt="2025-10-10T12:33:26.215" v="1069" actId="20577"/>
          <ac:spMkLst>
            <pc:docMk/>
            <pc:sldMk cId="277286655" sldId="2147482533"/>
            <ac:spMk id="20" creationId="{9B7B3ABC-6992-3752-38B4-91E939E95DE2}"/>
          </ac:spMkLst>
        </pc:spChg>
        <pc:spChg chg="mod">
          <ac:chgData name="Yasmine AISSA" userId="c49615ed-9cc6-4a52-85fc-c583af0ddf2f" providerId="ADAL" clId="{C1E26B80-9E14-4479-9694-990F20F05C7F}" dt="2025-10-10T12:33:28.189" v="1070" actId="20577"/>
          <ac:spMkLst>
            <pc:docMk/>
            <pc:sldMk cId="277286655" sldId="2147482533"/>
            <ac:spMk id="21" creationId="{05145C4F-87FD-E168-A336-D1720BED76AB}"/>
          </ac:spMkLst>
        </pc:spChg>
        <pc:spChg chg="mod">
          <ac:chgData name="Yasmine AISSA" userId="c49615ed-9cc6-4a52-85fc-c583af0ddf2f" providerId="ADAL" clId="{C1E26B80-9E14-4479-9694-990F20F05C7F}" dt="2025-11-04T14:39:48.134" v="1976" actId="20577"/>
          <ac:spMkLst>
            <pc:docMk/>
            <pc:sldMk cId="277286655" sldId="2147482533"/>
            <ac:spMk id="22" creationId="{3F0C018C-4817-0181-3947-A844488E1C3B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23" creationId="{BF7B5E32-AC53-FF22-17C2-62CD54BC61BA}"/>
          </ac:spMkLst>
        </pc:spChg>
        <pc:spChg chg="mod">
          <ac:chgData name="Yasmine AISSA" userId="c49615ed-9cc6-4a52-85fc-c583af0ddf2f" providerId="ADAL" clId="{C1E26B80-9E14-4479-9694-990F20F05C7F}" dt="2025-10-10T12:33:30.271" v="1071" actId="20577"/>
          <ac:spMkLst>
            <pc:docMk/>
            <pc:sldMk cId="277286655" sldId="2147482533"/>
            <ac:spMk id="24" creationId="{B3D83494-E176-ED6E-7A8D-E990E1DE6604}"/>
          </ac:spMkLst>
        </pc:spChg>
        <pc:spChg chg="add mod">
          <ac:chgData name="Yasmine AISSA" userId="c49615ed-9cc6-4a52-85fc-c583af0ddf2f" providerId="ADAL" clId="{C1E26B80-9E14-4479-9694-990F20F05C7F}" dt="2025-10-17T07:42:51.203" v="1169" actId="14100"/>
          <ac:spMkLst>
            <pc:docMk/>
            <pc:sldMk cId="277286655" sldId="2147482533"/>
            <ac:spMk id="25" creationId="{CAA6D7A8-92F7-0AFD-DF8E-D060716EE594}"/>
          </ac:spMkLst>
        </pc:spChg>
        <pc:spChg chg="mod">
          <ac:chgData name="Yasmine AISSA" userId="c49615ed-9cc6-4a52-85fc-c583af0ddf2f" providerId="ADAL" clId="{C1E26B80-9E14-4479-9694-990F20F05C7F}" dt="2025-10-17T07:42:58.996" v="1171" actId="14100"/>
          <ac:spMkLst>
            <pc:docMk/>
            <pc:sldMk cId="277286655" sldId="2147482533"/>
            <ac:spMk id="26" creationId="{EC5DF12C-6ADE-ED2F-A129-E1124BB014E2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7" creationId="{36B8C32A-10F3-AABC-47C3-F57F9790D536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8" creationId="{28F645B7-87F0-063E-C7B7-0E7204423537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9" creationId="{58548204-8463-017A-5B00-A150C1ACE85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0" creationId="{972E7E6F-B8DA-80BB-0979-A84CE5A38F1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1" creationId="{DD34F4E2-18A7-A3E6-AC08-68098503A2B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2" creationId="{0331207E-2426-D839-E53D-7F7202CEC9FF}"/>
          </ac:spMkLst>
        </pc:spChg>
        <pc:spChg chg="add mod">
          <ac:chgData name="Yasmine AISSA" userId="c49615ed-9cc6-4a52-85fc-c583af0ddf2f" providerId="ADAL" clId="{C1E26B80-9E14-4479-9694-990F20F05C7F}" dt="2025-10-17T07:42:53.732" v="1170" actId="14100"/>
          <ac:spMkLst>
            <pc:docMk/>
            <pc:sldMk cId="277286655" sldId="2147482533"/>
            <ac:spMk id="33" creationId="{50C04745-4579-1D45-4641-64DEAF39FF0D}"/>
          </ac:spMkLst>
        </pc:spChg>
        <pc:spChg chg="add mod">
          <ac:chgData name="Yasmine AISSA" userId="c49615ed-9cc6-4a52-85fc-c583af0ddf2f" providerId="ADAL" clId="{C1E26B80-9E14-4479-9694-990F20F05C7F}" dt="2025-10-17T07:43:12.889" v="1174" actId="14100"/>
          <ac:spMkLst>
            <pc:docMk/>
            <pc:sldMk cId="277286655" sldId="2147482533"/>
            <ac:spMk id="34" creationId="{44FBCC95-45D7-55B5-0FF0-33FE36C06E29}"/>
          </ac:spMkLst>
        </pc:spChg>
        <pc:spChg chg="add mod">
          <ac:chgData name="Yasmine AISSA" userId="c49615ed-9cc6-4a52-85fc-c583af0ddf2f" providerId="ADAL" clId="{C1E26B80-9E14-4479-9694-990F20F05C7F}" dt="2025-10-17T13:03:14.428" v="1242" actId="1036"/>
          <ac:spMkLst>
            <pc:docMk/>
            <pc:sldMk cId="277286655" sldId="2147482533"/>
            <ac:spMk id="37" creationId="{A689E069-C1D1-30F8-8A68-11B873A785A4}"/>
          </ac:spMkLst>
        </pc:spChg>
        <pc:spChg chg="mod">
          <ac:chgData name="Yasmine AISSA" userId="c49615ed-9cc6-4a52-85fc-c583af0ddf2f" providerId="ADAL" clId="{C1E26B80-9E14-4479-9694-990F20F05C7F}" dt="2025-10-10T12:33:20.119" v="1066" actId="20577"/>
          <ac:spMkLst>
            <pc:docMk/>
            <pc:sldMk cId="277286655" sldId="2147482533"/>
            <ac:spMk id="52" creationId="{13F455FD-E88D-7405-991E-37B0C6E19242}"/>
          </ac:spMkLst>
        </pc:spChg>
        <pc:spChg chg="mod">
          <ac:chgData name="Yasmine AISSA" userId="c49615ed-9cc6-4a52-85fc-c583af0ddf2f" providerId="ADAL" clId="{C1E26B80-9E14-4479-9694-990F20F05C7F}" dt="2025-10-10T12:36:04.572" v="1146" actId="20577"/>
          <ac:spMkLst>
            <pc:docMk/>
            <pc:sldMk cId="277286655" sldId="2147482533"/>
            <ac:spMk id="56" creationId="{382BC159-8C69-90AA-C743-30D6C1510E82}"/>
          </ac:spMkLst>
        </pc:spChg>
      </pc:sldChg>
      <pc:sldChg chg="modSp add mod">
        <pc:chgData name="Yasmine AISSA" userId="c49615ed-9cc6-4a52-85fc-c583af0ddf2f" providerId="ADAL" clId="{C1E26B80-9E14-4479-9694-990F20F05C7F}" dt="2025-11-04T14:39:56.807" v="1978" actId="20577"/>
        <pc:sldMkLst>
          <pc:docMk/>
          <pc:sldMk cId="2775542638" sldId="2147482534"/>
        </pc:sldMkLst>
        <pc:spChg chg="mod">
          <ac:chgData name="Yasmine AISSA" userId="c49615ed-9cc6-4a52-85fc-c583af0ddf2f" providerId="ADAL" clId="{C1E26B80-9E14-4479-9694-990F20F05C7F}" dt="2025-11-04T14:37:25.071" v="1760" actId="20577"/>
          <ac:spMkLst>
            <pc:docMk/>
            <pc:sldMk cId="2775542638" sldId="2147482534"/>
            <ac:spMk id="4" creationId="{87C15B7A-A756-EA84-FDBD-69B5FC3C705D}"/>
          </ac:spMkLst>
        </pc:spChg>
        <pc:spChg chg="mod">
          <ac:chgData name="Yasmine AISSA" userId="c49615ed-9cc6-4a52-85fc-c583af0ddf2f" providerId="ADAL" clId="{C1E26B80-9E14-4479-9694-990F20F05C7F}" dt="2025-11-04T14:39:56.807" v="1978" actId="20577"/>
          <ac:spMkLst>
            <pc:docMk/>
            <pc:sldMk cId="2775542638" sldId="2147482534"/>
            <ac:spMk id="22" creationId="{91C938DA-03F5-3ADB-812A-D80FA91C069B}"/>
          </ac:spMkLst>
        </pc:spChg>
      </pc:sldChg>
      <pc:sldChg chg="del">
        <pc:chgData name="Yasmine AISSA" userId="c49615ed-9cc6-4a52-85fc-c583af0ddf2f" providerId="ADAL" clId="{C1E26B80-9E14-4479-9694-990F20F05C7F}" dt="2025-09-17T10:35:34.525" v="101" actId="47"/>
        <pc:sldMkLst>
          <pc:docMk/>
          <pc:sldMk cId="2913223353" sldId="2147482534"/>
        </pc:sldMkLst>
      </pc:sldChg>
      <pc:sldChg chg="modSp add del mod">
        <pc:chgData name="Yasmine AISSA" userId="c49615ed-9cc6-4a52-85fc-c583af0ddf2f" providerId="ADAL" clId="{C1E26B80-9E14-4479-9694-990F20F05C7F}" dt="2025-11-05T13:01:25.773" v="2000" actId="47"/>
        <pc:sldMkLst>
          <pc:docMk/>
          <pc:sldMk cId="3928151762" sldId="2147482535"/>
        </pc:sldMkLst>
        <pc:spChg chg="mod">
          <ac:chgData name="Yasmine AISSA" userId="c49615ed-9cc6-4a52-85fc-c583af0ddf2f" providerId="ADAL" clId="{C1E26B80-9E14-4479-9694-990F20F05C7F}" dt="2025-11-04T14:40:00.038" v="1979" actId="20577"/>
          <ac:spMkLst>
            <pc:docMk/>
            <pc:sldMk cId="3928151762" sldId="2147482535"/>
            <ac:spMk id="2" creationId="{A62987D4-DE86-DB8A-42E2-4DA007EBEBA2}"/>
          </ac:spMkLst>
        </pc:spChg>
        <pc:spChg chg="mod">
          <ac:chgData name="Yasmine AISSA" userId="c49615ed-9cc6-4a52-85fc-c583af0ddf2f" providerId="ADAL" clId="{C1E26B80-9E14-4479-9694-990F20F05C7F}" dt="2025-11-04T14:37:30.878" v="1775" actId="20577"/>
          <ac:spMkLst>
            <pc:docMk/>
            <pc:sldMk cId="3928151762" sldId="2147482535"/>
            <ac:spMk id="4" creationId="{0CD511E5-95F9-CE83-94CE-A1010F728D38}"/>
          </ac:spMkLst>
        </pc:spChg>
        <pc:spChg chg="mod">
          <ac:chgData name="Yasmine AISSA" userId="c49615ed-9cc6-4a52-85fc-c583af0ddf2f" providerId="ADAL" clId="{C1E26B80-9E14-4479-9694-990F20F05C7F}" dt="2025-11-05T11:51:43.706" v="1992" actId="20577"/>
          <ac:spMkLst>
            <pc:docMk/>
            <pc:sldMk cId="3928151762" sldId="2147482535"/>
            <ac:spMk id="5" creationId="{9CA13325-0D36-F422-ED53-5B17ACBBFAD0}"/>
          </ac:spMkLst>
        </pc:spChg>
      </pc:sldChg>
      <pc:sldChg chg="modSp add mod">
        <pc:chgData name="Yasmine AISSA" userId="c49615ed-9cc6-4a52-85fc-c583af0ddf2f" providerId="ADAL" clId="{C1E26B80-9E14-4479-9694-990F20F05C7F}" dt="2025-11-04T14:40:03.496" v="1980" actId="20577"/>
        <pc:sldMkLst>
          <pc:docMk/>
          <pc:sldMk cId="4266084981" sldId="2147482536"/>
        </pc:sldMkLst>
        <pc:spChg chg="mod">
          <ac:chgData name="Yasmine AISSA" userId="c49615ed-9cc6-4a52-85fc-c583af0ddf2f" providerId="ADAL" clId="{C1E26B80-9E14-4479-9694-990F20F05C7F}" dt="2025-11-04T14:37:42.832" v="1791" actId="20577"/>
          <ac:spMkLst>
            <pc:docMk/>
            <pc:sldMk cId="4266084981" sldId="2147482536"/>
            <ac:spMk id="4" creationId="{B4C15374-82F5-2DD8-FDCC-947A378FF87E}"/>
          </ac:spMkLst>
        </pc:spChg>
        <pc:spChg chg="mod">
          <ac:chgData name="Yasmine AISSA" userId="c49615ed-9cc6-4a52-85fc-c583af0ddf2f" providerId="ADAL" clId="{C1E26B80-9E14-4479-9694-990F20F05C7F}" dt="2025-11-04T14:40:03.496" v="1980" actId="20577"/>
          <ac:spMkLst>
            <pc:docMk/>
            <pc:sldMk cId="4266084981" sldId="2147482536"/>
            <ac:spMk id="22" creationId="{F972D801-6A2E-1501-B465-BC8B69F4290A}"/>
          </ac:spMkLst>
        </pc:spChg>
      </pc:sldChg>
      <pc:sldChg chg="modSp add del mod">
        <pc:chgData name="Yasmine AISSA" userId="c49615ed-9cc6-4a52-85fc-c583af0ddf2f" providerId="ADAL" clId="{C1E26B80-9E14-4479-9694-990F20F05C7F}" dt="2025-11-05T13:01:31.824" v="2002" actId="47"/>
        <pc:sldMkLst>
          <pc:docMk/>
          <pc:sldMk cId="3085822655" sldId="2147482537"/>
        </pc:sldMkLst>
        <pc:spChg chg="mod">
          <ac:chgData name="Yasmine AISSA" userId="c49615ed-9cc6-4a52-85fc-c583af0ddf2f" providerId="ADAL" clId="{C1E26B80-9E14-4479-9694-990F20F05C7F}" dt="2025-11-04T14:40:07.860" v="1981" actId="20577"/>
          <ac:spMkLst>
            <pc:docMk/>
            <pc:sldMk cId="3085822655" sldId="2147482537"/>
            <ac:spMk id="2" creationId="{1BE9AB41-AA15-BD13-AD53-B4946837A216}"/>
          </ac:spMkLst>
        </pc:spChg>
        <pc:spChg chg="mod">
          <ac:chgData name="Yasmine AISSA" userId="c49615ed-9cc6-4a52-85fc-c583af0ddf2f" providerId="ADAL" clId="{C1E26B80-9E14-4479-9694-990F20F05C7F}" dt="2025-11-04T14:37:52.102" v="1807" actId="20577"/>
          <ac:spMkLst>
            <pc:docMk/>
            <pc:sldMk cId="3085822655" sldId="2147482537"/>
            <ac:spMk id="4" creationId="{CFEB52AD-5CB4-71C2-9E75-6E11E5D01AB5}"/>
          </ac:spMkLst>
        </pc:spChg>
        <pc:spChg chg="mod">
          <ac:chgData name="Yasmine AISSA" userId="c49615ed-9cc6-4a52-85fc-c583af0ddf2f" providerId="ADAL" clId="{C1E26B80-9E14-4479-9694-990F20F05C7F}" dt="2025-11-05T11:51:53.233" v="1993" actId="20577"/>
          <ac:spMkLst>
            <pc:docMk/>
            <pc:sldMk cId="3085822655" sldId="2147482537"/>
            <ac:spMk id="5" creationId="{80617DDD-0A25-5A3B-6944-E502C53F16F1}"/>
          </ac:spMkLst>
        </pc:spChg>
      </pc:sldChg>
      <pc:sldChg chg="modSp add mod">
        <pc:chgData name="Yasmine AISSA" userId="c49615ed-9cc6-4a52-85fc-c583af0ddf2f" providerId="ADAL" clId="{C1E26B80-9E14-4479-9694-990F20F05C7F}" dt="2025-11-04T14:40:11.564" v="1982" actId="20577"/>
        <pc:sldMkLst>
          <pc:docMk/>
          <pc:sldMk cId="829187157" sldId="2147482538"/>
        </pc:sldMkLst>
        <pc:spChg chg="mod">
          <ac:chgData name="Yasmine AISSA" userId="c49615ed-9cc6-4a52-85fc-c583af0ddf2f" providerId="ADAL" clId="{C1E26B80-9E14-4479-9694-990F20F05C7F}" dt="2025-11-04T14:37:58.949" v="1825" actId="20577"/>
          <ac:spMkLst>
            <pc:docMk/>
            <pc:sldMk cId="829187157" sldId="2147482538"/>
            <ac:spMk id="4" creationId="{DC4BF21F-C898-35CC-DE07-4BA9F8A711F8}"/>
          </ac:spMkLst>
        </pc:spChg>
        <pc:spChg chg="mod">
          <ac:chgData name="Yasmine AISSA" userId="c49615ed-9cc6-4a52-85fc-c583af0ddf2f" providerId="ADAL" clId="{C1E26B80-9E14-4479-9694-990F20F05C7F}" dt="2025-11-04T14:40:11.564" v="1982" actId="20577"/>
          <ac:spMkLst>
            <pc:docMk/>
            <pc:sldMk cId="829187157" sldId="2147482538"/>
            <ac:spMk id="22" creationId="{1C6F3E8E-84F8-B289-7F02-ED9582E8D020}"/>
          </ac:spMkLst>
        </pc:spChg>
      </pc:sldChg>
      <pc:sldChg chg="del">
        <pc:chgData name="Yasmine AISSA" userId="c49615ed-9cc6-4a52-85fc-c583af0ddf2f" providerId="ADAL" clId="{C1E26B80-9E14-4479-9694-990F20F05C7F}" dt="2025-09-17T13:16:10.388" v="285" actId="47"/>
        <pc:sldMkLst>
          <pc:docMk/>
          <pc:sldMk cId="1249032153" sldId="2147482539"/>
        </pc:sldMkLst>
      </pc:sldChg>
      <pc:sldChg chg="modSp add del mod">
        <pc:chgData name="Yasmine AISSA" userId="c49615ed-9cc6-4a52-85fc-c583af0ddf2f" providerId="ADAL" clId="{C1E26B80-9E14-4479-9694-990F20F05C7F}" dt="2025-11-05T13:01:36.342" v="2004" actId="47"/>
        <pc:sldMkLst>
          <pc:docMk/>
          <pc:sldMk cId="2758996903" sldId="2147482539"/>
        </pc:sldMkLst>
        <pc:spChg chg="mod">
          <ac:chgData name="Yasmine AISSA" userId="c49615ed-9cc6-4a52-85fc-c583af0ddf2f" providerId="ADAL" clId="{C1E26B80-9E14-4479-9694-990F20F05C7F}" dt="2025-11-04T14:40:14.937" v="1983" actId="20577"/>
          <ac:spMkLst>
            <pc:docMk/>
            <pc:sldMk cId="2758996903" sldId="2147482539"/>
            <ac:spMk id="2" creationId="{1C5215D2-3286-C70D-1BBC-DD5A585FA5A9}"/>
          </ac:spMkLst>
        </pc:spChg>
        <pc:spChg chg="mod">
          <ac:chgData name="Yasmine AISSA" userId="c49615ed-9cc6-4a52-85fc-c583af0ddf2f" providerId="ADAL" clId="{C1E26B80-9E14-4479-9694-990F20F05C7F}" dt="2025-11-04T14:38:04.850" v="1843" actId="20577"/>
          <ac:spMkLst>
            <pc:docMk/>
            <pc:sldMk cId="2758996903" sldId="2147482539"/>
            <ac:spMk id="4" creationId="{B0CB3F5B-5D57-A5C1-4986-5D922503F8C5}"/>
          </ac:spMkLst>
        </pc:spChg>
        <pc:spChg chg="mod">
          <ac:chgData name="Yasmine AISSA" userId="c49615ed-9cc6-4a52-85fc-c583af0ddf2f" providerId="ADAL" clId="{C1E26B80-9E14-4479-9694-990F20F05C7F}" dt="2025-11-05T11:51:59.902" v="1994" actId="20577"/>
          <ac:spMkLst>
            <pc:docMk/>
            <pc:sldMk cId="2758996903" sldId="2147482539"/>
            <ac:spMk id="5" creationId="{434A6800-3AC4-516D-D11F-3E5DBAC795CF}"/>
          </ac:spMkLst>
        </pc:spChg>
      </pc:sldChg>
      <pc:sldChg chg="modSp add mod">
        <pc:chgData name="Yasmine AISSA" userId="c49615ed-9cc6-4a52-85fc-c583af0ddf2f" providerId="ADAL" clId="{C1E26B80-9E14-4479-9694-990F20F05C7F}" dt="2025-11-04T14:40:18.800" v="1984" actId="20577"/>
        <pc:sldMkLst>
          <pc:docMk/>
          <pc:sldMk cId="4224546163" sldId="2147482540"/>
        </pc:sldMkLst>
        <pc:spChg chg="mod">
          <ac:chgData name="Yasmine AISSA" userId="c49615ed-9cc6-4a52-85fc-c583af0ddf2f" providerId="ADAL" clId="{C1E26B80-9E14-4479-9694-990F20F05C7F}" dt="2025-11-04T14:38:20.217" v="1860" actId="20577"/>
          <ac:spMkLst>
            <pc:docMk/>
            <pc:sldMk cId="4224546163" sldId="2147482540"/>
            <ac:spMk id="4" creationId="{409104C2-75F7-63E8-9CE8-29A64C554ACB}"/>
          </ac:spMkLst>
        </pc:spChg>
        <pc:spChg chg="mod">
          <ac:chgData name="Yasmine AISSA" userId="c49615ed-9cc6-4a52-85fc-c583af0ddf2f" providerId="ADAL" clId="{C1E26B80-9E14-4479-9694-990F20F05C7F}" dt="2025-11-04T14:40:18.800" v="1984" actId="20577"/>
          <ac:spMkLst>
            <pc:docMk/>
            <pc:sldMk cId="4224546163" sldId="2147482540"/>
            <ac:spMk id="22" creationId="{9E3108B5-4ECD-3068-7561-BFAA6A42CCB8}"/>
          </ac:spMkLst>
        </pc:spChg>
      </pc:sldChg>
      <pc:sldChg chg="modSp add del mod">
        <pc:chgData name="Yasmine AISSA" userId="c49615ed-9cc6-4a52-85fc-c583af0ddf2f" providerId="ADAL" clId="{C1E26B80-9E14-4479-9694-990F20F05C7F}" dt="2025-11-05T13:01:42.971" v="2006" actId="47"/>
        <pc:sldMkLst>
          <pc:docMk/>
          <pc:sldMk cId="2006679264" sldId="2147482541"/>
        </pc:sldMkLst>
        <pc:spChg chg="mod">
          <ac:chgData name="Yasmine AISSA" userId="c49615ed-9cc6-4a52-85fc-c583af0ddf2f" providerId="ADAL" clId="{C1E26B80-9E14-4479-9694-990F20F05C7F}" dt="2025-11-04T14:40:21.799" v="1985" actId="20577"/>
          <ac:spMkLst>
            <pc:docMk/>
            <pc:sldMk cId="2006679264" sldId="2147482541"/>
            <ac:spMk id="2" creationId="{AAC56B3D-76C6-98B1-69E1-B58C0F922881}"/>
          </ac:spMkLst>
        </pc:spChg>
        <pc:spChg chg="mod">
          <ac:chgData name="Yasmine AISSA" userId="c49615ed-9cc6-4a52-85fc-c583af0ddf2f" providerId="ADAL" clId="{C1E26B80-9E14-4479-9694-990F20F05C7F}" dt="2025-11-04T09:03:29.347" v="1423" actId="14100"/>
          <ac:spMkLst>
            <pc:docMk/>
            <pc:sldMk cId="2006679264" sldId="2147482541"/>
            <ac:spMk id="3" creationId="{42989D8A-A01D-0C75-FD31-8211C46A69F3}"/>
          </ac:spMkLst>
        </pc:spChg>
        <pc:spChg chg="mod">
          <ac:chgData name="Yasmine AISSA" userId="c49615ed-9cc6-4a52-85fc-c583af0ddf2f" providerId="ADAL" clId="{C1E26B80-9E14-4479-9694-990F20F05C7F}" dt="2025-11-04T14:38:27.259" v="1873" actId="20577"/>
          <ac:spMkLst>
            <pc:docMk/>
            <pc:sldMk cId="2006679264" sldId="2147482541"/>
            <ac:spMk id="4" creationId="{F898319D-0049-CCDD-B4E4-FE1E3F939463}"/>
          </ac:spMkLst>
        </pc:spChg>
        <pc:spChg chg="mod">
          <ac:chgData name="Yasmine AISSA" userId="c49615ed-9cc6-4a52-85fc-c583af0ddf2f" providerId="ADAL" clId="{C1E26B80-9E14-4479-9694-990F20F05C7F}" dt="2025-11-05T11:52:06.515" v="1995" actId="20577"/>
          <ac:spMkLst>
            <pc:docMk/>
            <pc:sldMk cId="2006679264" sldId="2147482541"/>
            <ac:spMk id="5" creationId="{B992D1F3-A6AD-D478-40BA-75F077359504}"/>
          </ac:spMkLst>
        </pc:spChg>
      </pc:sldChg>
      <pc:sldChg chg="modSp add mod">
        <pc:chgData name="Yasmine AISSA" userId="c49615ed-9cc6-4a52-85fc-c583af0ddf2f" providerId="ADAL" clId="{C1E26B80-9E14-4479-9694-990F20F05C7F}" dt="2025-11-05T13:03:14.824" v="2054" actId="20577"/>
        <pc:sldMkLst>
          <pc:docMk/>
          <pc:sldMk cId="1180136620" sldId="2147482542"/>
        </pc:sldMkLst>
        <pc:spChg chg="mod">
          <ac:chgData name="Yasmine AISSA" userId="c49615ed-9cc6-4a52-85fc-c583af0ddf2f" providerId="ADAL" clId="{C1E26B80-9E14-4479-9694-990F20F05C7F}" dt="2025-11-05T13:03:14.824" v="2054" actId="20577"/>
          <ac:spMkLst>
            <pc:docMk/>
            <pc:sldMk cId="1180136620" sldId="2147482542"/>
            <ac:spMk id="4" creationId="{556F2DE7-F555-0F08-6366-8C097F6D7B85}"/>
          </ac:spMkLst>
        </pc:spChg>
        <pc:spChg chg="mod">
          <ac:chgData name="Yasmine AISSA" userId="c49615ed-9cc6-4a52-85fc-c583af0ddf2f" providerId="ADAL" clId="{C1E26B80-9E14-4479-9694-990F20F05C7F}" dt="2025-11-04T14:40:25.504" v="1986" actId="20577"/>
          <ac:spMkLst>
            <pc:docMk/>
            <pc:sldMk cId="1180136620" sldId="2147482542"/>
            <ac:spMk id="22" creationId="{E581AC9E-9870-7A11-C3CB-2825AB54B244}"/>
          </ac:spMkLst>
        </pc:spChg>
      </pc:sldChg>
      <pc:sldChg chg="modSp add del mod">
        <pc:chgData name="Yasmine AISSA" userId="c49615ed-9cc6-4a52-85fc-c583af0ddf2f" providerId="ADAL" clId="{C1E26B80-9E14-4479-9694-990F20F05C7F}" dt="2025-11-05T13:01:46.554" v="2008" actId="47"/>
        <pc:sldMkLst>
          <pc:docMk/>
          <pc:sldMk cId="746701182" sldId="2147482543"/>
        </pc:sldMkLst>
        <pc:spChg chg="mod">
          <ac:chgData name="Yasmine AISSA" userId="c49615ed-9cc6-4a52-85fc-c583af0ddf2f" providerId="ADAL" clId="{C1E26B80-9E14-4479-9694-990F20F05C7F}" dt="2025-11-04T14:40:29.482" v="1987" actId="20577"/>
          <ac:spMkLst>
            <pc:docMk/>
            <pc:sldMk cId="746701182" sldId="2147482543"/>
            <ac:spMk id="2" creationId="{098EBD68-F213-60D0-F938-E61C4E708022}"/>
          </ac:spMkLst>
        </pc:spChg>
        <pc:spChg chg="mod">
          <ac:chgData name="Yasmine AISSA" userId="c49615ed-9cc6-4a52-85fc-c583af0ddf2f" providerId="ADAL" clId="{C1E26B80-9E14-4479-9694-990F20F05C7F}" dt="2025-11-04T14:38:41.840" v="1899" actId="20577"/>
          <ac:spMkLst>
            <pc:docMk/>
            <pc:sldMk cId="746701182" sldId="2147482543"/>
            <ac:spMk id="4" creationId="{F9A88CB7-03CE-2417-EE55-61B514C11674}"/>
          </ac:spMkLst>
        </pc:spChg>
        <pc:spChg chg="mod">
          <ac:chgData name="Yasmine AISSA" userId="c49615ed-9cc6-4a52-85fc-c583af0ddf2f" providerId="ADAL" clId="{C1E26B80-9E14-4479-9694-990F20F05C7F}" dt="2025-11-05T11:52:13.243" v="1996" actId="20577"/>
          <ac:spMkLst>
            <pc:docMk/>
            <pc:sldMk cId="746701182" sldId="2147482543"/>
            <ac:spMk id="5" creationId="{4C83C63C-31E9-3665-C617-612D9FEBB691}"/>
          </ac:spMkLst>
        </pc:spChg>
      </pc:sldChg>
      <pc:sldChg chg="modSp add mod">
        <pc:chgData name="Yasmine AISSA" userId="c49615ed-9cc6-4a52-85fc-c583af0ddf2f" providerId="ADAL" clId="{C1E26B80-9E14-4479-9694-990F20F05C7F}" dt="2025-11-04T14:40:32.938" v="1988" actId="20577"/>
        <pc:sldMkLst>
          <pc:docMk/>
          <pc:sldMk cId="2375877694" sldId="2147482544"/>
        </pc:sldMkLst>
        <pc:spChg chg="mod">
          <ac:chgData name="Yasmine AISSA" userId="c49615ed-9cc6-4a52-85fc-c583af0ddf2f" providerId="ADAL" clId="{C1E26B80-9E14-4479-9694-990F20F05C7F}" dt="2025-11-04T14:38:53.730" v="1937" actId="20577"/>
          <ac:spMkLst>
            <pc:docMk/>
            <pc:sldMk cId="2375877694" sldId="2147482544"/>
            <ac:spMk id="4" creationId="{E7164DEF-B065-52ED-C12C-E7631B1600C8}"/>
          </ac:spMkLst>
        </pc:spChg>
        <pc:spChg chg="mod">
          <ac:chgData name="Yasmine AISSA" userId="c49615ed-9cc6-4a52-85fc-c583af0ddf2f" providerId="ADAL" clId="{C1E26B80-9E14-4479-9694-990F20F05C7F}" dt="2025-11-04T14:40:32.938" v="1988" actId="20577"/>
          <ac:spMkLst>
            <pc:docMk/>
            <pc:sldMk cId="2375877694" sldId="2147482544"/>
            <ac:spMk id="22" creationId="{3729EF6D-0F75-25C9-1C4E-1DB620084D0D}"/>
          </ac:spMkLst>
        </pc:spChg>
      </pc:sldChg>
      <pc:sldChg chg="modSp add del mod">
        <pc:chgData name="Yasmine AISSA" userId="c49615ed-9cc6-4a52-85fc-c583af0ddf2f" providerId="ADAL" clId="{C1E26B80-9E14-4479-9694-990F20F05C7F}" dt="2025-11-05T13:01:50.367" v="2010" actId="47"/>
        <pc:sldMkLst>
          <pc:docMk/>
          <pc:sldMk cId="1766541097" sldId="2147482545"/>
        </pc:sldMkLst>
        <pc:spChg chg="mod">
          <ac:chgData name="Yasmine AISSA" userId="c49615ed-9cc6-4a52-85fc-c583af0ddf2f" providerId="ADAL" clId="{C1E26B80-9E14-4479-9694-990F20F05C7F}" dt="2025-11-04T14:40:36.585" v="1989" actId="20577"/>
          <ac:spMkLst>
            <pc:docMk/>
            <pc:sldMk cId="1766541097" sldId="2147482545"/>
            <ac:spMk id="2" creationId="{E6E69652-F553-C8B8-CB37-E974C0DA0DEE}"/>
          </ac:spMkLst>
        </pc:spChg>
        <pc:spChg chg="mod">
          <ac:chgData name="Yasmine AISSA" userId="c49615ed-9cc6-4a52-85fc-c583af0ddf2f" providerId="ADAL" clId="{C1E26B80-9E14-4479-9694-990F20F05C7F}" dt="2025-11-04T14:38:58.235" v="1943" actId="20577"/>
          <ac:spMkLst>
            <pc:docMk/>
            <pc:sldMk cId="1766541097" sldId="2147482545"/>
            <ac:spMk id="4" creationId="{CFFFBC4A-9A07-EF7E-ED4D-6E183DFBDE81}"/>
          </ac:spMkLst>
        </pc:spChg>
        <pc:spChg chg="mod">
          <ac:chgData name="Yasmine AISSA" userId="c49615ed-9cc6-4a52-85fc-c583af0ddf2f" providerId="ADAL" clId="{C1E26B80-9E14-4479-9694-990F20F05C7F}" dt="2025-11-05T11:52:20.381" v="1997" actId="20577"/>
          <ac:spMkLst>
            <pc:docMk/>
            <pc:sldMk cId="1766541097" sldId="2147482545"/>
            <ac:spMk id="5" creationId="{50DCF105-88AA-45FA-923B-70D486DFEB6B}"/>
          </ac:spMkLst>
        </pc:spChg>
      </pc:sldChg>
      <pc:sldChg chg="modSp add mod">
        <pc:chgData name="Yasmine AISSA" userId="c49615ed-9cc6-4a52-85fc-c583af0ddf2f" providerId="ADAL" clId="{C1E26B80-9E14-4479-9694-990F20F05C7F}" dt="2025-11-04T14:40:39.549" v="1990" actId="20577"/>
        <pc:sldMkLst>
          <pc:docMk/>
          <pc:sldMk cId="393863682" sldId="2147482546"/>
        </pc:sldMkLst>
        <pc:spChg chg="mod">
          <ac:chgData name="Yasmine AISSA" userId="c49615ed-9cc6-4a52-85fc-c583af0ddf2f" providerId="ADAL" clId="{C1E26B80-9E14-4479-9694-990F20F05C7F}" dt="2025-11-04T14:39:08.729" v="1957" actId="20577"/>
          <ac:spMkLst>
            <pc:docMk/>
            <pc:sldMk cId="393863682" sldId="2147482546"/>
            <ac:spMk id="4" creationId="{1F299B7D-C92D-B13D-4ED5-84DC4F550DA2}"/>
          </ac:spMkLst>
        </pc:spChg>
        <pc:spChg chg="mod">
          <ac:chgData name="Yasmine AISSA" userId="c49615ed-9cc6-4a52-85fc-c583af0ddf2f" providerId="ADAL" clId="{C1E26B80-9E14-4479-9694-990F20F05C7F}" dt="2025-11-04T14:40:39.549" v="1990" actId="20577"/>
          <ac:spMkLst>
            <pc:docMk/>
            <pc:sldMk cId="393863682" sldId="2147482546"/>
            <ac:spMk id="22" creationId="{19FF6B46-4075-BDE9-CF95-E1FFEF570141}"/>
          </ac:spMkLst>
        </pc:spChg>
      </pc:sldChg>
      <pc:sldChg chg="modSp add del mod">
        <pc:chgData name="Yasmine AISSA" userId="c49615ed-9cc6-4a52-85fc-c583af0ddf2f" providerId="ADAL" clId="{C1E26B80-9E14-4479-9694-990F20F05C7F}" dt="2025-11-05T13:01:54.260" v="2012" actId="47"/>
        <pc:sldMkLst>
          <pc:docMk/>
          <pc:sldMk cId="2304085765" sldId="2147482547"/>
        </pc:sldMkLst>
        <pc:spChg chg="mod">
          <ac:chgData name="Yasmine AISSA" userId="c49615ed-9cc6-4a52-85fc-c583af0ddf2f" providerId="ADAL" clId="{C1E26B80-9E14-4479-9694-990F20F05C7F}" dt="2025-11-04T14:40:42.441" v="1991" actId="20577"/>
          <ac:spMkLst>
            <pc:docMk/>
            <pc:sldMk cId="2304085765" sldId="2147482547"/>
            <ac:spMk id="2" creationId="{670277E3-3C43-AEF0-634D-47663BC30EA1}"/>
          </ac:spMkLst>
        </pc:spChg>
        <pc:spChg chg="mod">
          <ac:chgData name="Yasmine AISSA" userId="c49615ed-9cc6-4a52-85fc-c583af0ddf2f" providerId="ADAL" clId="{C1E26B80-9E14-4479-9694-990F20F05C7F}" dt="2025-11-04T14:39:16.120" v="1965" actId="20577"/>
          <ac:spMkLst>
            <pc:docMk/>
            <pc:sldMk cId="2304085765" sldId="2147482547"/>
            <ac:spMk id="4" creationId="{88EB0B01-CF77-D9CE-D522-1EE8A2B9E59C}"/>
          </ac:spMkLst>
        </pc:spChg>
        <pc:spChg chg="mod">
          <ac:chgData name="Yasmine AISSA" userId="c49615ed-9cc6-4a52-85fc-c583af0ddf2f" providerId="ADAL" clId="{C1E26B80-9E14-4479-9694-990F20F05C7F}" dt="2025-11-05T11:52:28.954" v="1998" actId="20577"/>
          <ac:spMkLst>
            <pc:docMk/>
            <pc:sldMk cId="2304085765" sldId="2147482547"/>
            <ac:spMk id="5" creationId="{B551DBD9-3D13-D40A-9367-4EEF4AB52D39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889" v="911" actId="47"/>
        <pc:sldMkLst>
          <pc:docMk/>
          <pc:sldMk cId="2889329387" sldId="2147482547"/>
        </pc:sldMkLst>
      </pc:sldChg>
      <pc:sldChg chg="modSp add mod">
        <pc:chgData name="Yasmine AISSA" userId="c49615ed-9cc6-4a52-85fc-c583af0ddf2f" providerId="ADAL" clId="{C1E26B80-9E14-4479-9694-990F20F05C7F}" dt="2025-11-05T13:04:38.701" v="2128" actId="20577"/>
        <pc:sldMkLst>
          <pc:docMk/>
          <pc:sldMk cId="504623897" sldId="2147482548"/>
        </pc:sldMkLst>
        <pc:spChg chg="mod">
          <ac:chgData name="Yasmine AISSA" userId="c49615ed-9cc6-4a52-85fc-c583af0ddf2f" providerId="ADAL" clId="{C1E26B80-9E14-4479-9694-990F20F05C7F}" dt="2025-11-05T13:04:38.701" v="2128" actId="20577"/>
          <ac:spMkLst>
            <pc:docMk/>
            <pc:sldMk cId="504623897" sldId="2147482548"/>
            <ac:spMk id="4" creationId="{437DE8EB-B0A2-CBF6-EE38-004A9F49BF49}"/>
          </ac:spMkLst>
        </pc:spChg>
      </pc:sldChg>
      <pc:sldChg chg="del">
        <pc:chgData name="Yasmine AISSA" userId="c49615ed-9cc6-4a52-85fc-c583af0ddf2f" providerId="ADAL" clId="{C1E26B80-9E14-4479-9694-990F20F05C7F}" dt="2025-10-02T12:59:12.873" v="910" actId="47"/>
        <pc:sldMkLst>
          <pc:docMk/>
          <pc:sldMk cId="3241639735" sldId="2147482548"/>
        </pc:sldMkLst>
      </pc:sldChg>
      <pc:sldChg chg="modSp add del mod">
        <pc:chgData name="Yasmine AISSA" userId="c49615ed-9cc6-4a52-85fc-c583af0ddf2f" providerId="ADAL" clId="{C1E26B80-9E14-4479-9694-990F20F05C7F}" dt="2025-11-04T14:39:18.702" v="1966" actId="47"/>
        <pc:sldMkLst>
          <pc:docMk/>
          <pc:sldMk cId="3620505802" sldId="2147482548"/>
        </pc:sldMkLst>
        <pc:spChg chg="mod">
          <ac:chgData name="Yasmine AISSA" userId="c49615ed-9cc6-4a52-85fc-c583af0ddf2f" providerId="ADAL" clId="{C1E26B80-9E14-4479-9694-990F20F05C7F}" dt="2025-11-04T09:18:23.857" v="1521" actId="20577"/>
          <ac:spMkLst>
            <pc:docMk/>
            <pc:sldMk cId="3620505802" sldId="2147482548"/>
            <ac:spMk id="4" creationId="{B0B8FF4C-E367-6702-2B64-A54E13C15CA4}"/>
          </ac:spMkLst>
        </pc:spChg>
      </pc:sldChg>
      <pc:sldChg chg="modSp add mod">
        <pc:chgData name="Yasmine AISSA" userId="c49615ed-9cc6-4a52-85fc-c583af0ddf2f" providerId="ADAL" clId="{C1E26B80-9E14-4479-9694-990F20F05C7F}" dt="2025-11-05T13:04:27.523" v="2113" actId="20577"/>
        <pc:sldMkLst>
          <pc:docMk/>
          <pc:sldMk cId="906318740" sldId="2147482549"/>
        </pc:sldMkLst>
        <pc:spChg chg="mod">
          <ac:chgData name="Yasmine AISSA" userId="c49615ed-9cc6-4a52-85fc-c583af0ddf2f" providerId="ADAL" clId="{C1E26B80-9E14-4479-9694-990F20F05C7F}" dt="2025-11-05T13:04:27.523" v="2113" actId="20577"/>
          <ac:spMkLst>
            <pc:docMk/>
            <pc:sldMk cId="906318740" sldId="2147482549"/>
            <ac:spMk id="4" creationId="{0A9DAA14-5742-C3E8-8CEC-3E1C97F48932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8.948" v="1967" actId="47"/>
        <pc:sldMkLst>
          <pc:docMk/>
          <pc:sldMk cId="3053319867" sldId="2147482549"/>
        </pc:sldMkLst>
        <pc:spChg chg="mod">
          <ac:chgData name="Yasmine AISSA" userId="c49615ed-9cc6-4a52-85fc-c583af0ddf2f" providerId="ADAL" clId="{C1E26B80-9E14-4479-9694-990F20F05C7F}" dt="2025-11-04T09:18:28.667" v="1530" actId="20577"/>
          <ac:spMkLst>
            <pc:docMk/>
            <pc:sldMk cId="3053319867" sldId="2147482549"/>
            <ac:spMk id="4" creationId="{77BAFDCD-2C41-489C-BED8-DC62EF5A93B7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171" v="1968" actId="47"/>
        <pc:sldMkLst>
          <pc:docMk/>
          <pc:sldMk cId="811405165" sldId="2147482550"/>
        </pc:sldMkLst>
        <pc:spChg chg="mod">
          <ac:chgData name="Yasmine AISSA" userId="c49615ed-9cc6-4a52-85fc-c583af0ddf2f" providerId="ADAL" clId="{C1E26B80-9E14-4479-9694-990F20F05C7F}" dt="2025-11-04T09:36:10.459" v="1565" actId="14100"/>
          <ac:spMkLst>
            <pc:docMk/>
            <pc:sldMk cId="811405165" sldId="2147482550"/>
            <ac:spMk id="4" creationId="{8022C8B2-5416-6FE4-129F-421C3F21F1AA}"/>
          </ac:spMkLst>
        </pc:spChg>
      </pc:sldChg>
      <pc:sldChg chg="modSp add mod">
        <pc:chgData name="Yasmine AISSA" userId="c49615ed-9cc6-4a52-85fc-c583af0ddf2f" providerId="ADAL" clId="{C1E26B80-9E14-4479-9694-990F20F05C7F}" dt="2025-11-05T13:03:30.899" v="2090" actId="20577"/>
        <pc:sldMkLst>
          <pc:docMk/>
          <pc:sldMk cId="1693928523" sldId="2147482550"/>
        </pc:sldMkLst>
        <pc:spChg chg="mod">
          <ac:chgData name="Yasmine AISSA" userId="c49615ed-9cc6-4a52-85fc-c583af0ddf2f" providerId="ADAL" clId="{C1E26B80-9E14-4479-9694-990F20F05C7F}" dt="2025-11-05T13:03:30.899" v="2090" actId="20577"/>
          <ac:spMkLst>
            <pc:docMk/>
            <pc:sldMk cId="1693928523" sldId="2147482550"/>
            <ac:spMk id="4" creationId="{44A49978-15CB-5EE6-58CD-F107C05B0DBC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615" v="908" actId="47"/>
        <pc:sldMkLst>
          <pc:docMk/>
          <pc:sldMk cId="2105083939" sldId="2147482550"/>
        </pc:sldMkLst>
      </pc:sldChg>
      <pc:sldChg chg="modSp add mod">
        <pc:chgData name="Yasmine AISSA" userId="c49615ed-9cc6-4a52-85fc-c583af0ddf2f" providerId="ADAL" clId="{C1E26B80-9E14-4479-9694-990F20F05C7F}" dt="2025-11-05T13:03:22.667" v="2073" actId="20577"/>
        <pc:sldMkLst>
          <pc:docMk/>
          <pc:sldMk cId="699035120" sldId="2147482551"/>
        </pc:sldMkLst>
        <pc:spChg chg="mod">
          <ac:chgData name="Yasmine AISSA" userId="c49615ed-9cc6-4a52-85fc-c583af0ddf2f" providerId="ADAL" clId="{C1E26B80-9E14-4479-9694-990F20F05C7F}" dt="2025-11-05T13:03:22.667" v="2073" actId="20577"/>
          <ac:spMkLst>
            <pc:docMk/>
            <pc:sldMk cId="699035120" sldId="2147482551"/>
            <ac:spMk id="4" creationId="{C4BFB6C8-488F-61BA-BEF4-DC5E0C33DE03}"/>
          </ac:spMkLst>
        </pc:spChg>
      </pc:sldChg>
      <pc:sldChg chg="del">
        <pc:chgData name="Yasmine AISSA" userId="c49615ed-9cc6-4a52-85fc-c583af0ddf2f" providerId="ADAL" clId="{C1E26B80-9E14-4479-9694-990F20F05C7F}" dt="2025-10-02T12:59:12.594" v="907" actId="47"/>
        <pc:sldMkLst>
          <pc:docMk/>
          <pc:sldMk cId="948637017" sldId="2147482551"/>
        </pc:sldMkLst>
      </pc:sldChg>
      <pc:sldChg chg="modSp add del mod">
        <pc:chgData name="Yasmine AISSA" userId="c49615ed-9cc6-4a52-85fc-c583af0ddf2f" providerId="ADAL" clId="{C1E26B80-9E14-4479-9694-990F20F05C7F}" dt="2025-11-04T14:39:19.447" v="1969" actId="47"/>
        <pc:sldMkLst>
          <pc:docMk/>
          <pc:sldMk cId="3441843144" sldId="2147482551"/>
        </pc:sldMkLst>
        <pc:spChg chg="mod">
          <ac:chgData name="Yasmine AISSA" userId="c49615ed-9cc6-4a52-85fc-c583af0ddf2f" providerId="ADAL" clId="{C1E26B80-9E14-4479-9694-990F20F05C7F}" dt="2025-11-04T09:36:36.781" v="1598" actId="14100"/>
          <ac:spMkLst>
            <pc:docMk/>
            <pc:sldMk cId="3441843144" sldId="2147482551"/>
            <ac:spMk id="3" creationId="{6B25E0EF-1E7B-B66E-5DA6-6555FD05689B}"/>
          </ac:spMkLst>
        </pc:spChg>
        <pc:spChg chg="mod">
          <ac:chgData name="Yasmine AISSA" userId="c49615ed-9cc6-4a52-85fc-c583af0ddf2f" providerId="ADAL" clId="{C1E26B80-9E14-4479-9694-990F20F05C7F}" dt="2025-11-04T09:36:35.037" v="1597" actId="14100"/>
          <ac:spMkLst>
            <pc:docMk/>
            <pc:sldMk cId="3441843144" sldId="2147482551"/>
            <ac:spMk id="4" creationId="{19734963-4543-271B-554E-A43221026098}"/>
          </ac:spMkLst>
        </pc:spChg>
      </pc:sldChg>
      <pc:sldChg chg="modSp add mod">
        <pc:chgData name="Yasmine AISSA" userId="c49615ed-9cc6-4a52-85fc-c583af0ddf2f" providerId="ADAL" clId="{C1E26B80-9E14-4479-9694-990F20F05C7F}" dt="2025-11-05T13:03:10.495" v="2053" actId="20577"/>
        <pc:sldMkLst>
          <pc:docMk/>
          <pc:sldMk cId="1542583575" sldId="2147482552"/>
        </pc:sldMkLst>
        <pc:spChg chg="mod">
          <ac:chgData name="Yasmine AISSA" userId="c49615ed-9cc6-4a52-85fc-c583af0ddf2f" providerId="ADAL" clId="{C1E26B80-9E14-4479-9694-990F20F05C7F}" dt="2025-11-05T13:03:10.495" v="2053" actId="20577"/>
          <ac:spMkLst>
            <pc:docMk/>
            <pc:sldMk cId="1542583575" sldId="2147482552"/>
            <ac:spMk id="4" creationId="{06791832-0C19-2569-F4A7-B9E59FC385F4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675" v="1970" actId="47"/>
        <pc:sldMkLst>
          <pc:docMk/>
          <pc:sldMk cId="3416752323" sldId="2147482552"/>
        </pc:sldMkLst>
        <pc:spChg chg="mod">
          <ac:chgData name="Yasmine AISSA" userId="c49615ed-9cc6-4a52-85fc-c583af0ddf2f" providerId="ADAL" clId="{C1E26B80-9E14-4479-9694-990F20F05C7F}" dt="2025-11-04T09:36:42.832" v="1607" actId="20577"/>
          <ac:spMkLst>
            <pc:docMk/>
            <pc:sldMk cId="3416752323" sldId="2147482552"/>
            <ac:spMk id="4" creationId="{4358FACC-AED1-7150-EB5E-DEEE4747A491}"/>
          </ac:spMkLst>
        </pc:spChg>
      </pc:sldChg>
      <pc:sldChg chg="modSp add mod">
        <pc:chgData name="Yasmine AISSA" userId="c49615ed-9cc6-4a52-85fc-c583af0ddf2f" providerId="ADAL" clId="{C1E26B80-9E14-4479-9694-990F20F05C7F}" dt="2025-11-05T13:02:53.310" v="2025" actId="20577"/>
        <pc:sldMkLst>
          <pc:docMk/>
          <pc:sldMk cId="9429275" sldId="2147482553"/>
        </pc:sldMkLst>
        <pc:spChg chg="mod">
          <ac:chgData name="Yasmine AISSA" userId="c49615ed-9cc6-4a52-85fc-c583af0ddf2f" providerId="ADAL" clId="{C1E26B80-9E14-4479-9694-990F20F05C7F}" dt="2025-11-05T13:02:53.310" v="2025" actId="20577"/>
          <ac:spMkLst>
            <pc:docMk/>
            <pc:sldMk cId="9429275" sldId="2147482553"/>
            <ac:spMk id="4" creationId="{D9361405-0057-72D9-845B-606CDD6C9A35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934" v="1971" actId="47"/>
        <pc:sldMkLst>
          <pc:docMk/>
          <pc:sldMk cId="920555635" sldId="2147482553"/>
        </pc:sldMkLst>
        <pc:spChg chg="mod">
          <ac:chgData name="Yasmine AISSA" userId="c49615ed-9cc6-4a52-85fc-c583af0ddf2f" providerId="ADAL" clId="{C1E26B80-9E14-4479-9694-990F20F05C7F}" dt="2025-11-04T09:36:47.118" v="1616" actId="20577"/>
          <ac:spMkLst>
            <pc:docMk/>
            <pc:sldMk cId="920555635" sldId="2147482553"/>
            <ac:spMk id="4" creationId="{3D23B500-0F1D-3ABB-458D-DF1B446269BE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0.598" v="1972" actId="47"/>
        <pc:sldMkLst>
          <pc:docMk/>
          <pc:sldMk cId="3450206523" sldId="2147482554"/>
        </pc:sldMkLst>
        <pc:spChg chg="mod">
          <ac:chgData name="Yasmine AISSA" userId="c49615ed-9cc6-4a52-85fc-c583af0ddf2f" providerId="ADAL" clId="{C1E26B80-9E14-4479-9694-990F20F05C7F}" dt="2025-11-04T09:36:53.774" v="1634" actId="20577"/>
          <ac:spMkLst>
            <pc:docMk/>
            <pc:sldMk cId="3450206523" sldId="2147482554"/>
            <ac:spMk id="4" creationId="{1B584ACA-8CAF-2E53-075B-1C3E03DCA87D}"/>
          </ac:spMkLst>
        </pc:spChg>
      </pc:sldChg>
      <pc:sldChg chg="modSp add mod">
        <pc:chgData name="Yasmine AISSA" userId="c49615ed-9cc6-4a52-85fc-c583af0ddf2f" providerId="ADAL" clId="{C1E26B80-9E14-4479-9694-990F20F05C7F}" dt="2025-11-05T13:02:00.461" v="2020" actId="20577"/>
        <pc:sldMkLst>
          <pc:docMk/>
          <pc:sldMk cId="4025195480" sldId="2147482554"/>
        </pc:sldMkLst>
        <pc:spChg chg="mod">
          <ac:chgData name="Yasmine AISSA" userId="c49615ed-9cc6-4a52-85fc-c583af0ddf2f" providerId="ADAL" clId="{C1E26B80-9E14-4479-9694-990F20F05C7F}" dt="2025-11-05T13:02:00.461" v="2020" actId="20577"/>
          <ac:spMkLst>
            <pc:docMk/>
            <pc:sldMk cId="4025195480" sldId="2147482554"/>
            <ac:spMk id="4" creationId="{EFFA9712-EEFC-7DC4-48D7-61A053485D16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0.840" v="1973" actId="47"/>
        <pc:sldMkLst>
          <pc:docMk/>
          <pc:sldMk cId="2210785250" sldId="2147482555"/>
        </pc:sldMkLst>
        <pc:spChg chg="mod">
          <ac:chgData name="Yasmine AISSA" userId="c49615ed-9cc6-4a52-85fc-c583af0ddf2f" providerId="ADAL" clId="{C1E26B80-9E14-4479-9694-990F20F05C7F}" dt="2025-11-04T09:36:59.651" v="1652" actId="20577"/>
          <ac:spMkLst>
            <pc:docMk/>
            <pc:sldMk cId="2210785250" sldId="2147482555"/>
            <ac:spMk id="4" creationId="{C678D798-B799-6E38-4892-1A00F8CFD541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1.664" v="1974" actId="47"/>
        <pc:sldMkLst>
          <pc:docMk/>
          <pc:sldMk cId="366477358" sldId="2147482556"/>
        </pc:sldMkLst>
        <pc:spChg chg="mod">
          <ac:chgData name="Yasmine AISSA" userId="c49615ed-9cc6-4a52-85fc-c583af0ddf2f" providerId="ADAL" clId="{C1E26B80-9E14-4479-9694-990F20F05C7F}" dt="2025-11-04T09:37:06.129" v="1668" actId="20577"/>
          <ac:spMkLst>
            <pc:docMk/>
            <pc:sldMk cId="366477358" sldId="2147482556"/>
            <ac:spMk id="4" creationId="{32415B1F-F3D8-0C74-25C9-4AAA8536F200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1.867" v="1975" actId="47"/>
        <pc:sldMkLst>
          <pc:docMk/>
          <pc:sldMk cId="86175563" sldId="2147482557"/>
        </pc:sldMkLst>
        <pc:spChg chg="mod">
          <ac:chgData name="Yasmine AISSA" userId="c49615ed-9cc6-4a52-85fc-c583af0ddf2f" providerId="ADAL" clId="{C1E26B80-9E14-4479-9694-990F20F05C7F}" dt="2025-11-04T09:37:11.097" v="1684" actId="20577"/>
          <ac:spMkLst>
            <pc:docMk/>
            <pc:sldMk cId="86175563" sldId="2147482557"/>
            <ac:spMk id="4" creationId="{35CA6BBB-6490-75A2-1181-44ACA51B0A61}"/>
          </ac:spMkLst>
        </pc:spChg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C1E26B80-9E14-4479-9694-990F20F05C7F}" dt="2025-10-02T12:59:10.452" v="891" actId="47"/>
        <pc:sldMkLst>
          <pc:docMk/>
          <pc:sldMk cId="2963400826" sldId="2147482588"/>
        </pc:sldMkLst>
      </pc:sldChg>
      <pc:sldChg chg="delSp del mod">
        <pc:chgData name="Yasmine AISSA" userId="c49615ed-9cc6-4a52-85fc-c583af0ddf2f" providerId="ADAL" clId="{C1E26B80-9E14-4479-9694-990F20F05C7F}" dt="2025-10-02T12:59:11.262" v="897" actId="47"/>
        <pc:sldMkLst>
          <pc:docMk/>
          <pc:sldMk cId="4084907256" sldId="2147482590"/>
        </pc:sldMkLst>
      </pc:sldChg>
      <pc:sldChg chg="del">
        <pc:chgData name="Yasmine AISSA" userId="c49615ed-9cc6-4a52-85fc-c583af0ddf2f" providerId="ADAL" clId="{C1E26B80-9E14-4479-9694-990F20F05C7F}" dt="2025-10-02T12:59:12.969" v="913" actId="47"/>
        <pc:sldMkLst>
          <pc:docMk/>
          <pc:sldMk cId="2829010350" sldId="2147482596"/>
        </pc:sldMkLst>
      </pc:sldChg>
      <pc:sldChg chg="del">
        <pc:chgData name="Yasmine AISSA" userId="c49615ed-9cc6-4a52-85fc-c583af0ddf2f" providerId="ADAL" clId="{C1E26B80-9E14-4479-9694-990F20F05C7F}" dt="2025-10-02T12:59:13.033" v="914" actId="47"/>
        <pc:sldMkLst>
          <pc:docMk/>
          <pc:sldMk cId="3053716332" sldId="2147482597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022033923" sldId="2147482608"/>
        </pc:sldMkLst>
      </pc:sldChg>
      <pc:sldChg chg="modSp del mod ord modShow">
        <pc:chgData name="Yasmine AISSA" userId="c49615ed-9cc6-4a52-85fc-c583af0ddf2f" providerId="ADAL" clId="{C1E26B80-9E14-4479-9694-990F20F05C7F}" dt="2025-09-23T11:05:09.023" v="765" actId="47"/>
        <pc:sldMkLst>
          <pc:docMk/>
          <pc:sldMk cId="2389248835" sldId="2147482610"/>
        </pc:sldMkLst>
      </pc:sldChg>
      <pc:sldChg chg="del mod ord modShow">
        <pc:chgData name="Yasmine AISSA" userId="c49615ed-9cc6-4a52-85fc-c583af0ddf2f" providerId="ADAL" clId="{C1E26B80-9E14-4479-9694-990F20F05C7F}" dt="2025-09-23T11:05:10.751" v="766" actId="47"/>
        <pc:sldMkLst>
          <pc:docMk/>
          <pc:sldMk cId="2597721776" sldId="2147482611"/>
        </pc:sldMkLst>
      </pc:sldChg>
      <pc:sldChg chg="modSp del mod">
        <pc:chgData name="Yasmine AISSA" userId="c49615ed-9cc6-4a52-85fc-c583af0ddf2f" providerId="ADAL" clId="{C1E26B80-9E14-4479-9694-990F20F05C7F}" dt="2025-10-02T12:59:13.510" v="928" actId="47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C1E26B80-9E14-4479-9694-990F20F05C7F}" dt="2025-10-02T12:59:11.533" v="899" actId="47"/>
        <pc:sldMkLst>
          <pc:docMk/>
          <pc:sldMk cId="2142893685" sldId="2147482616"/>
        </pc:sldMkLst>
      </pc:sldChg>
      <pc:sldChg chg="del">
        <pc:chgData name="Yasmine AISSA" userId="c49615ed-9cc6-4a52-85fc-c583af0ddf2f" providerId="ADAL" clId="{C1E26B80-9E14-4479-9694-990F20F05C7F}" dt="2025-10-02T13:00:02.458" v="988" actId="47"/>
        <pc:sldMkLst>
          <pc:docMk/>
          <pc:sldMk cId="385506026" sldId="2147482618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332854758" sldId="2147482620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1912174299" sldId="2147482621"/>
        </pc:sldMkLst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3932954260" sldId="2147482622"/>
        </pc:sldMkLst>
      </pc:sldChg>
      <pc:sldChg chg="delSp modSp del mod">
        <pc:chgData name="Yasmine AISSA" userId="c49615ed-9cc6-4a52-85fc-c583af0ddf2f" providerId="ADAL" clId="{C1E26B80-9E14-4479-9694-990F20F05C7F}" dt="2025-10-02T12:59:12.207" v="902" actId="47"/>
        <pc:sldMkLst>
          <pc:docMk/>
          <pc:sldMk cId="1406195659" sldId="2147482623"/>
        </pc:sldMkLst>
      </pc:sldChg>
      <pc:sldChg chg="del">
        <pc:chgData name="Yasmine AISSA" userId="c49615ed-9cc6-4a52-85fc-c583af0ddf2f" providerId="ADAL" clId="{C1E26B80-9E14-4479-9694-990F20F05C7F}" dt="2025-10-02T12:59:13.290" v="922" actId="47"/>
        <pc:sldMkLst>
          <pc:docMk/>
          <pc:sldMk cId="2826836844" sldId="2147482624"/>
        </pc:sldMkLst>
      </pc:sldChg>
      <pc:sldChg chg="del">
        <pc:chgData name="Yasmine AISSA" userId="c49615ed-9cc6-4a52-85fc-c583af0ddf2f" providerId="ADAL" clId="{C1E26B80-9E14-4479-9694-990F20F05C7F}" dt="2025-10-02T12:59:13.304" v="923" actId="47"/>
        <pc:sldMkLst>
          <pc:docMk/>
          <pc:sldMk cId="4086416848" sldId="2147482626"/>
        </pc:sldMkLst>
      </pc:sldChg>
      <pc:sldChg chg="modSp del mod">
        <pc:chgData name="Yasmine AISSA" userId="c49615ed-9cc6-4a52-85fc-c583af0ddf2f" providerId="ADAL" clId="{C1E26B80-9E14-4479-9694-990F20F05C7F}" dt="2025-10-02T12:59:13.224" v="920" actId="47"/>
        <pc:sldMkLst>
          <pc:docMk/>
          <pc:sldMk cId="3706885681" sldId="2147482627"/>
        </pc:sldMkLst>
      </pc:sldChg>
      <pc:sldChg chg="del">
        <pc:chgData name="Yasmine AISSA" userId="c49615ed-9cc6-4a52-85fc-c583af0ddf2f" providerId="ADAL" clId="{C1E26B80-9E14-4479-9694-990F20F05C7F}" dt="2025-10-02T12:59:10.609" v="892" actId="47"/>
        <pc:sldMkLst>
          <pc:docMk/>
          <pc:sldMk cId="1453806796" sldId="2147482629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842374480" sldId="2147482630"/>
        </pc:sldMkLst>
      </pc:sldChg>
      <pc:sldChg chg="del">
        <pc:chgData name="Yasmine AISSA" userId="c49615ed-9cc6-4a52-85fc-c583af0ddf2f" providerId="ADAL" clId="{C1E26B80-9E14-4479-9694-990F20F05C7F}" dt="2025-10-02T12:59:11.392" v="898" actId="47"/>
        <pc:sldMkLst>
          <pc:docMk/>
          <pc:sldMk cId="2934060295" sldId="2147482631"/>
        </pc:sldMkLst>
      </pc:sldChg>
      <pc:sldChg chg="modSp del mod">
        <pc:chgData name="Yasmine AISSA" userId="c49615ed-9cc6-4a52-85fc-c583af0ddf2f" providerId="ADAL" clId="{C1E26B80-9E14-4479-9694-990F20F05C7F}" dt="2025-10-02T12:59:13.144" v="918" actId="47"/>
        <pc:sldMkLst>
          <pc:docMk/>
          <pc:sldMk cId="3378406177" sldId="2147482632"/>
        </pc:sldMkLst>
      </pc:sldChg>
      <pc:sldChg chg="del">
        <pc:chgData name="Yasmine AISSA" userId="c49615ed-9cc6-4a52-85fc-c583af0ddf2f" providerId="ADAL" clId="{C1E26B80-9E14-4479-9694-990F20F05C7F}" dt="2025-09-19T14:05:59.917" v="524" actId="47"/>
        <pc:sldMkLst>
          <pc:docMk/>
          <pc:sldMk cId="2032420262" sldId="2147482634"/>
        </pc:sldMkLst>
      </pc:sldChg>
      <pc:sldChg chg="del">
        <pc:chgData name="Yasmine AISSA" userId="c49615ed-9cc6-4a52-85fc-c583af0ddf2f" providerId="ADAL" clId="{C1E26B80-9E14-4479-9694-990F20F05C7F}" dt="2025-09-19T14:05:56.753" v="523" actId="47"/>
        <pc:sldMkLst>
          <pc:docMk/>
          <pc:sldMk cId="3072628558" sldId="2147482635"/>
        </pc:sldMkLst>
      </pc:sldChg>
      <pc:sldChg chg="del">
        <pc:chgData name="Yasmine AISSA" userId="c49615ed-9cc6-4a52-85fc-c583af0ddf2f" providerId="ADAL" clId="{C1E26B80-9E14-4479-9694-990F20F05C7F}" dt="2025-09-17T10:37:02.728" v="175" actId="47"/>
        <pc:sldMkLst>
          <pc:docMk/>
          <pc:sldMk cId="2024774482" sldId="2147482636"/>
        </pc:sldMkLst>
      </pc:sldChg>
      <pc:sldChg chg="del">
        <pc:chgData name="Yasmine AISSA" userId="c49615ed-9cc6-4a52-85fc-c583af0ddf2f" providerId="ADAL" clId="{C1E26B80-9E14-4479-9694-990F20F05C7F}" dt="2025-09-17T13:38:59.597" v="328" actId="47"/>
        <pc:sldMkLst>
          <pc:docMk/>
          <pc:sldMk cId="3903996569" sldId="2147482637"/>
        </pc:sldMkLst>
      </pc:sldChg>
      <pc:sldChg chg="modSp del mod">
        <pc:chgData name="Yasmine AISSA" userId="c49615ed-9cc6-4a52-85fc-c583af0ddf2f" providerId="ADAL" clId="{C1E26B80-9E14-4479-9694-990F20F05C7F}" dt="2025-09-18T14:32:10.588" v="344" actId="47"/>
        <pc:sldMkLst>
          <pc:docMk/>
          <pc:sldMk cId="505270672" sldId="2147482638"/>
        </pc:sldMkLst>
      </pc:sldChg>
      <pc:sldChg chg="addSp delSp del mod">
        <pc:chgData name="Yasmine AISSA" userId="c49615ed-9cc6-4a52-85fc-c583af0ddf2f" providerId="ADAL" clId="{C1E26B80-9E14-4479-9694-990F20F05C7F}" dt="2025-09-18T14:37:36.375" v="428" actId="47"/>
        <pc:sldMkLst>
          <pc:docMk/>
          <pc:sldMk cId="1032640612" sldId="2147482639"/>
        </pc:sldMkLst>
      </pc:sldChg>
      <pc:sldChg chg="del">
        <pc:chgData name="Yasmine AISSA" userId="c49615ed-9cc6-4a52-85fc-c583af0ddf2f" providerId="ADAL" clId="{C1E26B80-9E14-4479-9694-990F20F05C7F}" dt="2025-09-22T09:53:52.555" v="602" actId="47"/>
        <pc:sldMkLst>
          <pc:docMk/>
          <pc:sldMk cId="137478425" sldId="2147482640"/>
        </pc:sldMkLst>
      </pc:sldChg>
      <pc:sldChg chg="del">
        <pc:chgData name="Yasmine AISSA" userId="c49615ed-9cc6-4a52-85fc-c583af0ddf2f" providerId="ADAL" clId="{C1E26B80-9E14-4479-9694-990F20F05C7F}" dt="2025-10-02T12:59:11.010" v="895" actId="47"/>
        <pc:sldMkLst>
          <pc:docMk/>
          <pc:sldMk cId="482464989" sldId="2147482642"/>
        </pc:sldMkLst>
      </pc:sldChg>
      <pc:sldChg chg="del">
        <pc:chgData name="Yasmine AISSA" userId="c49615ed-9cc6-4a52-85fc-c583af0ddf2f" providerId="ADAL" clId="{C1E26B80-9E14-4479-9694-990F20F05C7F}" dt="2025-09-18T14:31:30.087" v="339" actId="47"/>
        <pc:sldMkLst>
          <pc:docMk/>
          <pc:sldMk cId="3019325207" sldId="2147482643"/>
        </pc:sldMkLst>
      </pc:sldChg>
      <pc:sldChg chg="del">
        <pc:chgData name="Yasmine AISSA" userId="c49615ed-9cc6-4a52-85fc-c583af0ddf2f" providerId="ADAL" clId="{C1E26B80-9E14-4479-9694-990F20F05C7F}" dt="2025-10-02T12:59:10.895" v="894" actId="47"/>
        <pc:sldMkLst>
          <pc:docMk/>
          <pc:sldMk cId="4186051456" sldId="2147482644"/>
        </pc:sldMkLst>
      </pc:sldChg>
      <pc:sldChg chg="del">
        <pc:chgData name="Yasmine AISSA" userId="c49615ed-9cc6-4a52-85fc-c583af0ddf2f" providerId="ADAL" clId="{C1E26B80-9E14-4479-9694-990F20F05C7F}" dt="2025-10-02T12:59:15.304" v="936" actId="47"/>
        <pc:sldMkLst>
          <pc:docMk/>
          <pc:sldMk cId="1091974974" sldId="2147482645"/>
        </pc:sldMkLst>
      </pc:sldChg>
      <pc:sldChg chg="delSp modSp del mod">
        <pc:chgData name="Yasmine AISSA" userId="c49615ed-9cc6-4a52-85fc-c583af0ddf2f" providerId="ADAL" clId="{C1E26B80-9E14-4479-9694-990F20F05C7F}" dt="2025-10-02T13:00:01.748" v="987" actId="47"/>
        <pc:sldMkLst>
          <pc:docMk/>
          <pc:sldMk cId="122638338" sldId="2147482646"/>
        </pc:sldMkLst>
      </pc:sldChg>
      <pc:sldChg chg="addSp modSp add del mod">
        <pc:chgData name="Yasmine AISSA" userId="c49615ed-9cc6-4a52-85fc-c583af0ddf2f" providerId="ADAL" clId="{C1E26B80-9E14-4479-9694-990F20F05C7F}" dt="2025-10-02T12:59:13.591" v="930" actId="47"/>
        <pc:sldMkLst>
          <pc:docMk/>
          <pc:sldMk cId="1824099733" sldId="2147482647"/>
        </pc:sldMkLst>
      </pc:sldChg>
      <pc:sldChg chg="modSp add del mod">
        <pc:chgData name="Yasmine AISSA" userId="c49615ed-9cc6-4a52-85fc-c583af0ddf2f" providerId="ADAL" clId="{C1E26B80-9E14-4479-9694-990F20F05C7F}" dt="2025-10-02T12:59:13.527" v="929" actId="47"/>
        <pc:sldMkLst>
          <pc:docMk/>
          <pc:sldMk cId="2418423703" sldId="2147482648"/>
        </pc:sldMkLst>
      </pc:sldChg>
      <pc:sldChg chg="delSp add del setBg delDesignElem">
        <pc:chgData name="Yasmine AISSA" userId="c49615ed-9cc6-4a52-85fc-c583af0ddf2f" providerId="ADAL" clId="{C1E26B80-9E14-4479-9694-990F20F05C7F}" dt="2025-09-17T10:47:27.413" v="184" actId="47"/>
        <pc:sldMkLst>
          <pc:docMk/>
          <pc:sldMk cId="2360950205" sldId="2147482649"/>
        </pc:sldMkLst>
      </pc:sldChg>
      <pc:sldChg chg="modSp add del mod">
        <pc:chgData name="Yasmine AISSA" userId="c49615ed-9cc6-4a52-85fc-c583af0ddf2f" providerId="ADAL" clId="{C1E26B80-9E14-4479-9694-990F20F05C7F}" dt="2025-10-02T12:59:13.435" v="927" actId="47"/>
        <pc:sldMkLst>
          <pc:docMk/>
          <pc:sldMk cId="3495545145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5:36.839" v="178" actId="47"/>
        <pc:sldMkLst>
          <pc:docMk/>
          <pc:sldMk cId="3718936121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6:57.720" v="183" actId="47"/>
        <pc:sldMkLst>
          <pc:docMk/>
          <pc:sldMk cId="1017739006" sldId="2147482650"/>
        </pc:sldMkLst>
      </pc:sldChg>
      <pc:sldChg chg="modSp add del mod">
        <pc:chgData name="Yasmine AISSA" userId="c49615ed-9cc6-4a52-85fc-c583af0ddf2f" providerId="ADAL" clId="{C1E26B80-9E14-4479-9694-990F20F05C7F}" dt="2025-10-02T12:59:13.324" v="924" actId="47"/>
        <pc:sldMkLst>
          <pc:docMk/>
          <pc:sldMk cId="4222025185" sldId="2147482650"/>
        </pc:sldMkLst>
      </pc:sldChg>
      <pc:sldChg chg="modSp add del mod">
        <pc:chgData name="Yasmine AISSA" userId="c49615ed-9cc6-4a52-85fc-c583af0ddf2f" providerId="ADAL" clId="{C1E26B80-9E14-4479-9694-990F20F05C7F}" dt="2025-09-18T09:06:39.360" v="337" actId="47"/>
        <pc:sldMkLst>
          <pc:docMk/>
          <pc:sldMk cId="4217337070" sldId="2147482651"/>
        </pc:sldMkLst>
      </pc:sldChg>
      <pc:sldChg chg="modSp add del">
        <pc:chgData name="Yasmine AISSA" userId="c49615ed-9cc6-4a52-85fc-c583af0ddf2f" providerId="ADAL" clId="{C1E26B80-9E14-4479-9694-990F20F05C7F}" dt="2025-10-02T12:59:13.256" v="921" actId="47"/>
        <pc:sldMkLst>
          <pc:docMk/>
          <pc:sldMk cId="2952499072" sldId="2147482652"/>
        </pc:sldMkLst>
      </pc:sldChg>
      <pc:sldChg chg="modSp add del mod">
        <pc:chgData name="Yasmine AISSA" userId="c49615ed-9cc6-4a52-85fc-c583af0ddf2f" providerId="ADAL" clId="{C1E26B80-9E14-4479-9694-990F20F05C7F}" dt="2025-10-02T12:59:13.128" v="917" actId="47"/>
        <pc:sldMkLst>
          <pc:docMk/>
          <pc:sldMk cId="2583753152" sldId="2147482653"/>
        </pc:sldMkLst>
      </pc:sldChg>
      <pc:sldChg chg="addSp delSp modSp add del mod">
        <pc:chgData name="Yasmine AISSA" userId="c49615ed-9cc6-4a52-85fc-c583af0ddf2f" providerId="ADAL" clId="{C1E26B80-9E14-4479-9694-990F20F05C7F}" dt="2025-10-02T12:59:13.066" v="915" actId="47"/>
        <pc:sldMkLst>
          <pc:docMk/>
          <pc:sldMk cId="451780649" sldId="2147482654"/>
        </pc:sldMkLst>
      </pc:sldChg>
      <pc:sldChg chg="modSp add del mod">
        <pc:chgData name="Yasmine AISSA" userId="c49615ed-9cc6-4a52-85fc-c583af0ddf2f" providerId="ADAL" clId="{C1E26B80-9E14-4479-9694-990F20F05C7F}" dt="2025-10-02T12:59:14.024" v="932" actId="47"/>
        <pc:sldMkLst>
          <pc:docMk/>
          <pc:sldMk cId="1716514616" sldId="2147482655"/>
        </pc:sldMkLst>
      </pc:sldChg>
      <pc:sldChg chg="modSp add del mod">
        <pc:chgData name="Yasmine AISSA" userId="c49615ed-9cc6-4a52-85fc-c583af0ddf2f" providerId="ADAL" clId="{C1E26B80-9E14-4479-9694-990F20F05C7F}" dt="2025-10-02T12:59:13.637" v="931" actId="47"/>
        <pc:sldMkLst>
          <pc:docMk/>
          <pc:sldMk cId="1930678107" sldId="2147482656"/>
        </pc:sldMkLst>
      </pc:sldChg>
      <pc:sldChg chg="addSp delSp modSp add del mod">
        <pc:chgData name="Yasmine AISSA" userId="c49615ed-9cc6-4a52-85fc-c583af0ddf2f" providerId="ADAL" clId="{C1E26B80-9E14-4479-9694-990F20F05C7F}" dt="2025-10-02T12:59:11.659" v="900" actId="47"/>
        <pc:sldMkLst>
          <pc:docMk/>
          <pc:sldMk cId="604492189" sldId="2147482657"/>
        </pc:sldMkLst>
      </pc:sldChg>
      <pc:sldChg chg="modSp add del mod">
        <pc:chgData name="Yasmine AISSA" userId="c49615ed-9cc6-4a52-85fc-c583af0ddf2f" providerId="ADAL" clId="{C1E26B80-9E14-4479-9694-990F20F05C7F}" dt="2025-10-02T12:59:12.301" v="905" actId="47"/>
        <pc:sldMkLst>
          <pc:docMk/>
          <pc:sldMk cId="3833540649" sldId="2147482658"/>
        </pc:sldMkLst>
      </pc:sldChg>
      <pc:sldChg chg="add del">
        <pc:chgData name="Yasmine AISSA" userId="c49615ed-9cc6-4a52-85fc-c583af0ddf2f" providerId="ADAL" clId="{C1E26B80-9E14-4479-9694-990F20F05C7F}" dt="2025-09-23T10:30:11.122" v="691" actId="47"/>
        <pc:sldMkLst>
          <pc:docMk/>
          <pc:sldMk cId="3355076544" sldId="2147482659"/>
        </pc:sldMkLst>
      </pc:sldChg>
      <pc:sldChg chg="modSp add del mod">
        <pc:chgData name="Yasmine AISSA" userId="c49615ed-9cc6-4a52-85fc-c583af0ddf2f" providerId="ADAL" clId="{C1E26B80-9E14-4479-9694-990F20F05C7F}" dt="2025-10-02T12:59:12.271" v="904" actId="47"/>
        <pc:sldMkLst>
          <pc:docMk/>
          <pc:sldMk cId="2119536583" sldId="21474826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0C341-CBD0-44EB-92C6-E3537FC82E53}" type="datetimeFigureOut">
              <a:t>05/11/2025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F66B-F9B5-4C55-9487-9B736C4268C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ABEF0E-C6BC-3FA9-8DFF-C2198B3D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7F5B3B-F69A-D095-7BFE-EA327B296C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3EAFB3-5015-6922-298B-C6EF2623DC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ADB075-AFB0-46A1-9838-FAF2A84BDDAD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74C7-F913-F604-1439-E6F1E2E6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591EA7-4D49-34EF-F141-EADA4374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B9A01B-E266-6530-AADD-CC2CDEF9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25431-7EA8-3B7F-2C1C-424FA656A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382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19E0-DFCA-A75F-FCBE-ECAE17E2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529F11-D707-821B-7B7F-2509A611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5D5EF0-27AE-A4A3-195A-567E44F82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95ACBE-8E81-EFE9-EB7D-5572EA1B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7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21FF-9970-9DAC-7224-6ED9D51E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8C7484-9918-5FBA-AB11-A65B1E135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FD5E37-6C56-8F44-B22E-80BB050B1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FFE923-1CF8-CC14-FD97-8647906CF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559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E50B-46DA-A981-8B25-0E38DFB1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D5964A-800A-1798-6AF2-EF39AD555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0370E79-B07A-1DCD-2099-115B43C9A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4F23A4-86F2-C297-A1E6-C02155626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081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6874-F5D9-3C35-D3DF-0FDB5756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C7D98E-1799-A4B1-4DEA-023DC34F8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D8F1B5-1C89-4084-E165-FA3360F4A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4DFC2C-F24A-0EAB-4100-32256154E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10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B758-7BBD-7942-1ED3-DB5CE7FB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272BFF-DEB4-3705-36E5-7433BCCF1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25CE3A-5903-59F6-383E-CDBC38A6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BB901C-CC4A-A221-EEA0-D500195D9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188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B5D8-A08E-FDFE-2E2A-3813D462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7A1AA7-82BB-18FC-6B90-8CF6DF2A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93331F-4219-46A5-EAD6-72D308E9A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47B10F-04DB-EB41-D828-98996DD29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59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636B-0F81-34D8-28D7-C9707D334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189633-FE20-295F-C1B2-E13FB04DB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ECFD3F2-AA8D-8486-6012-368CA0BCD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762064-9CD8-E5FD-1C91-3D059ED61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270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7E8B-A183-96AC-5577-1EABA734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8AD41C-8E86-0B62-5147-A7C48D2A6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8F73C0-ED41-8802-33A4-1BA08198C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775523-EBE4-F958-2A5E-F50F43055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109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7A5C-5D43-EFC5-E978-2D195CB5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7B6F04-CD56-B9DD-C91E-5C7059CD2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E3B039-51AF-CDB3-F4EE-2A872A0FF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1B1125-9D1A-9F87-DAF1-83917DECE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758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7F7D-42BE-DFC6-AFB7-B138ED9B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6C2A9E-17EE-3F00-68B8-BC4CB33AA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0CD1482-58BD-87ED-8D62-1362FADE0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117D5B-3DF5-0BC0-BF4D-82B2A279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057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199C-985F-3C30-8471-E6F50CCE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2C6738-F8CF-0078-EAB0-879AC8EDC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AED632-B2C3-4451-ED50-F2E190EE6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061E27-5720-0DB0-A1A0-EB92DA612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687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7D0C-51C4-AA66-C19C-0795D106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294243-ACCB-94E3-BDB0-4A6278293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F15FAE-BB90-150B-27F4-A19DA4444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BA933-FFFB-931E-D61E-3F52398D0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671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1AF2-F37C-AEE5-11C0-109E29C0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DFDB684-5CEA-2114-1B66-F7B80415D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24E4D1-3DC5-D8D4-F676-280271E86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0B4BD7-95AE-DEE4-44E0-DCF9EBB4F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892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F480-EC7F-513D-BD4E-BCFDB766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F983E3-A13F-8B40-218A-E11D4A7C0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69E075-0E15-6535-A9F2-B66C530B3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4F6E80-605A-CC4E-987A-770B2E0DA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367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37EB-6824-E439-01EC-A5F02780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4CD9D9-CD4E-E994-28A0-9914FD5A9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6063735-D416-3C0C-33E4-ABAF4E50F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F77D3B-B7CF-FA12-1A04-E65A5121F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81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 couleur">
    <p:bg>
      <p:bgPr>
        <a:solidFill>
          <a:srgbClr val="469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7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" descr="Une image contenant capture d’écran, conception, verre, art&#10;&#10;Description générée automatiquement">
            <a:extLst>
              <a:ext uri="{FF2B5EF4-FFF2-40B4-BE49-F238E27FC236}">
                <a16:creationId xmlns:a16="http://schemas.microsoft.com/office/drawing/2014/main" id="{859F0A23-531B-F311-040E-141926CB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35" y="0"/>
            <a:ext cx="12181161" cy="68519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Forme libre 27">
            <a:extLst>
              <a:ext uri="{FF2B5EF4-FFF2-40B4-BE49-F238E27FC236}">
                <a16:creationId xmlns:a16="http://schemas.microsoft.com/office/drawing/2014/main" id="{15B3C033-0960-C668-C726-4383861A76A5}"/>
              </a:ext>
            </a:extLst>
          </p:cNvPr>
          <p:cNvSpPr/>
          <p:nvPr/>
        </p:nvSpPr>
        <p:spPr>
          <a:xfrm>
            <a:off x="-12024" y="-12701"/>
            <a:ext cx="12204021" cy="68707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900416"/>
              <a:gd name="f7" fmla="val 6851904"/>
              <a:gd name="f8" fmla="val 1048512"/>
              <a:gd name="f9" fmla="val 182880"/>
              <a:gd name="f10" fmla="+- 0 0 -90"/>
              <a:gd name="f11" fmla="*/ f3 1 7900416"/>
              <a:gd name="f12" fmla="*/ f4 1 6851904"/>
              <a:gd name="f13" fmla="+- f7 0 f5"/>
              <a:gd name="f14" fmla="+- f6 0 f5"/>
              <a:gd name="f15" fmla="*/ f10 f0 1"/>
              <a:gd name="f16" fmla="*/ f14 1 7900416"/>
              <a:gd name="f17" fmla="*/ f13 1 6851904"/>
              <a:gd name="f18" fmla="*/ 7900416 f14 1"/>
              <a:gd name="f19" fmla="*/ 0 f13 1"/>
              <a:gd name="f20" fmla="*/ 1048512 f14 1"/>
              <a:gd name="f21" fmla="*/ 6851904 f13 1"/>
              <a:gd name="f22" fmla="*/ 0 f14 1"/>
              <a:gd name="f23" fmla="*/ 182880 f14 1"/>
              <a:gd name="f24" fmla="*/ f15 1 f2"/>
              <a:gd name="f25" fmla="*/ f18 1 7900416"/>
              <a:gd name="f26" fmla="*/ f19 1 6851904"/>
              <a:gd name="f27" fmla="*/ f20 1 7900416"/>
              <a:gd name="f28" fmla="*/ f21 1 6851904"/>
              <a:gd name="f29" fmla="*/ f22 1 7900416"/>
              <a:gd name="f30" fmla="*/ f23 1 7900416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6"/>
              <a:gd name="f39" fmla="*/ f28 1 f17"/>
              <a:gd name="f40" fmla="*/ f29 1 f16"/>
              <a:gd name="f41" fmla="*/ f30 1 f16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1 1"/>
              <a:gd name="f49" fmla="*/ f39 f12 1"/>
              <a:gd name="f50" fmla="*/ f40 f11 1"/>
              <a:gd name="f51" fmla="*/ f41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8" y="f49"/>
              </a:cxn>
              <a:cxn ang="f35">
                <a:pos x="f50" y="f49"/>
              </a:cxn>
              <a:cxn ang="f35">
                <a:pos x="f50" y="f47"/>
              </a:cxn>
              <a:cxn ang="f35">
                <a:pos x="f51" y="f47"/>
              </a:cxn>
              <a:cxn ang="f35">
                <a:pos x="f46" y="f47"/>
              </a:cxn>
            </a:cxnLst>
            <a:rect l="f42" t="f45" r="f43" b="f44"/>
            <a:pathLst>
              <a:path w="7900416" h="6851904">
                <a:moveTo>
                  <a:pt x="f6" y="f5"/>
                </a:moveTo>
                <a:lnTo>
                  <a:pt x="f8" y="f7"/>
                </a:lnTo>
                <a:lnTo>
                  <a:pt x="f5" y="f7"/>
                </a:lnTo>
                <a:lnTo>
                  <a:pt x="f5" y="f5"/>
                </a:lnTo>
                <a:lnTo>
                  <a:pt x="f9" y="f5"/>
                </a:lnTo>
                <a:lnTo>
                  <a:pt x="f6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buNone/>
            </a:pPr>
            <a:endParaRPr lang="fr-FR"/>
          </a:p>
          <a:p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ACAFF8-5FAF-3A4C-FD9F-0C2AF84F3148}"/>
              </a:ext>
            </a:extLst>
          </p:cNvPr>
          <p:cNvSpPr>
            <a:spLocks noMove="1" noResize="1"/>
          </p:cNvSpPr>
          <p:nvPr/>
        </p:nvSpPr>
        <p:spPr>
          <a:xfrm>
            <a:off x="6272692" y="-1487536"/>
            <a:ext cx="6259552" cy="9155155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      </a:t>
            </a:r>
          </a:p>
        </p:txBody>
      </p:sp>
      <p:pic>
        <p:nvPicPr>
          <p:cNvPr id="6" name="Image 20" descr="Une image contenant Police, capture d’écran, texte, Graphique&#10;&#10;Description générée automatiquement">
            <a:extLst>
              <a:ext uri="{FF2B5EF4-FFF2-40B4-BE49-F238E27FC236}">
                <a16:creationId xmlns:a16="http://schemas.microsoft.com/office/drawing/2014/main" id="{98EF276E-668C-4054-FACF-3288B96275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430" y="-101909"/>
            <a:ext cx="2778651" cy="1547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AF016-717A-AD95-5291-C0F4D2AC35DF}"/>
              </a:ext>
            </a:extLst>
          </p:cNvPr>
          <p:cNvSpPr txBox="1"/>
          <p:nvPr/>
        </p:nvSpPr>
        <p:spPr>
          <a:xfrm>
            <a:off x="606974" y="2736098"/>
            <a:ext cx="556768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 err="1"/>
              <a:t>Statistiques</a:t>
            </a:r>
            <a:r>
              <a:rPr lang="en-US" sz="4000" b="1" dirty="0"/>
              <a:t> départements </a:t>
            </a:r>
            <a:r>
              <a:rPr lang="en-US" sz="4000" b="1" dirty="0" err="1"/>
              <a:t>d’IDF</a:t>
            </a:r>
            <a:r>
              <a:rPr lang="en-US" sz="4000" b="1" dirty="0"/>
              <a:t> </a:t>
            </a:r>
          </a:p>
          <a:p>
            <a:pPr algn="ctr"/>
            <a:r>
              <a:rPr lang="en-US" sz="4000" b="1" dirty="0"/>
              <a:t>TX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3DE-F824-6969-FBBE-29B03F90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05C4F24-C0D3-D8A4-4A07-09025D3625B0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ESSONNE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45152B-F54A-D67B-EE0D-3FA1A3FD83CC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34DF538-E9F0-0B44-F589-4C4181D1DC8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468E728-29DA-5619-520D-D31DD10B32B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4FA8746-EC27-654C-3EDB-4C62D6AECB7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B6B17BC-BD6F-59FD-F6DE-1C085985088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EB093F-3859-DD65-1AEA-C6212D612C7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864B921-D628-B035-C269-AF31B6F214E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6B8C32A-10F3-AABC-47C3-F57F9790D536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F645B7-87F0-063E-C7B7-0E7204423537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8548204-8463-017A-5B00-A150C1ACE85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72E7E6F-B8DA-80BB-0979-A84CE5A38F1B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D34F4E2-18A7-A3E6-AC08-68098503A2BB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331207E-2426-D839-E53D-7F7202CEC9F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644FEC8-F01F-D84A-4E4D-A82FEC9A024C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B7B3ABC-6992-3752-38B4-91E939E95DE2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5145C4F-87FD-E168-A336-D1720BED76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3D83494-E176-ED6E-7A8D-E990E1DE660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4935BA-B20B-5DB1-607D-8F22A7B494D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C176308-978F-C2F9-AF60-2B183A7ECCD9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3F455FD-E88D-7405-991E-37B0C6E19242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F0C018C-4817-0181-3947-A844488E1C3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703E699-58D8-6B8F-DC7F-483326C52C7E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82BC159-8C69-90AA-C743-30D6C1510E8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8F2ED3A9-C606-2360-429B-8964A569658A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0FA3554-BCDE-82BB-C72D-7D4316538EA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9059AEF7-F9F1-A4C0-D049-7015D974FE7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439E817-8025-6F3A-45F8-E05DEB4726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FD611A0-15EF-B4EF-4E1D-9A9A44C2670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87D19F-1836-F7C5-AA3C-70B83B12E70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8BFECA-35A7-3952-D0D3-4C4790A3BA0D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00EACE-7FD2-4185-F16B-072F09247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891686C-ABAD-70A6-7C59-37E44BF72CC3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EE8C1B-8817-6191-CEAA-7BD203323ED3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FB0924-12AC-F997-0B77-A4FAD0987D96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690D36-67F3-1151-F205-590C3364094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7B5E32-AC53-FF22-17C2-62CD54BC61BA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AA6D7A8-92F7-0AFD-DF8E-D060716EE594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EC5DF12C-6ADE-ED2F-A129-E1124BB014E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50C04745-4579-1D45-4641-64DEAF39FF0D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4FBCC95-45D7-55B5-0FF0-33FE36C06E29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689E069-C1D1-30F8-8A68-11B873A785A4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8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FA01-5460-2495-18B8-08FA4F96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678E8C-D513-5D13-F6AA-E46FDD6AED15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1A3736-64E6-8F6B-A476-D87E8F65193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ESSONNE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0C0E378-238D-CF37-252B-FB9BA569A50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FC6F767-A620-4AF8-712C-D56929915C46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475E2AB-25C7-A228-E7F8-948E8D491796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BEA8D84-EF27-B5E3-C357-95AFD5A99B8B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CFB2F85-F6B5-3541-8622-50DE6E8B006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8B365DD-07F0-78AA-3A59-A9DE0909394B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89DEFED-9F28-18CE-DD79-76C09B485721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998B906-5A07-15E1-81E3-35AA3928E09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53D10A0-ED3C-0C82-54CF-45070514569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9B4D0AB9-747B-8924-C53B-B7EA78D5DAB9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BA65AD-58D6-AA95-7815-8EAC9E023D1D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714614-B623-0AC2-EE14-19E3F5C4A0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094D693-A649-EFAF-F30C-83E1AD923031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07E5D1-3D01-9F6E-8F4F-684F492E3C3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12EACBC-F4AB-6ECA-AA06-32D8EB5D2D4A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6AA4C82-D82C-DEFB-1F77-50AEBF9ABBCC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BC43AB-7394-6281-2CD1-63CCD1ECB03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7D684F2-CC6D-B3C9-CC6C-C90B542D7D5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000F295-6306-F532-959F-02D6A488AD64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57C9BB7-CDB3-E71A-1F34-628958B555D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D24B473-3441-75E9-5931-132943AE1E90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205BDB-966C-465F-B95D-DA23463B3D46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73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256A-500A-278C-7F4F-655AE62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7C15B7A-A756-EA84-FDBD-69B5FC3C705D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HAUTS DE SEINE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3C601C-1F82-6D99-29CF-362825AE299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C37B0DC-17AC-7063-C1FF-38682E15B23B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BC8F09E-A5B6-3375-AA10-CABC3A91B4D0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C0012FB-EF92-1D3E-87AF-19D5108D872B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4932FF8-134D-5013-9E12-E588C303CD89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D0CC7AC-963F-5E0B-D096-4ABDE664C60D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D4B72B3-AD8D-B9A3-0B1B-37B2D77B756A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40AC98E-AF8E-C632-8734-950807B40E14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EDF9B85-563B-B965-2325-083E859407A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1DCBF14-EBF3-E8B2-8271-6C1A1A3A469F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3AB808D-5F9B-447E-F1F7-B756D8AEA331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5B0ADB19-B082-B5C7-6DE9-F28961C3331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E20C3CA-4D0A-CC5B-2CED-B5B800BED2D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368B9D1-4662-16EC-A0A9-44291EB95388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CC1EB46-158B-977B-9478-E2AE88788486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A4ED092-01D9-B8AF-8547-9A99942D147D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1813308-E382-7539-DA7D-5F27079DAD28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16C38C4-7F2B-6951-6392-8CA0F44D3A71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2D472724-2CD6-6900-2CE5-7CBC84DFA0AD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0DDF655-A001-0353-F75C-8CE53585000D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1C938DA-03F5-3ADB-812A-D80FA91C069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66BE592-2320-2CAF-11CD-296F2F53DA75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6961963-2B39-6804-2639-265E82CEB79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52C49962-6F31-A066-F47D-0A67F73A14F3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6203B48D-BD63-7452-B23A-AFFD29DC6CAF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CBA97A4-AF24-897C-B371-6B5BC1D653B5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0CBBBE7-B79C-A171-B6ED-34D7DACACE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F802CC9-573F-39BF-1526-811D57D4E731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1062DE5-F0D8-2970-0F7F-7C81BA869763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439915-4EDF-BB17-F93A-FD0C61C7AE03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502FE3-68F4-DB5D-B9AD-40FAF2858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E846268-A42A-C050-4519-D57A480F2040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BABF8CE-069F-9794-6CB0-129CE7494D80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75E2F90-C3F5-1F7C-2BBC-B97EB4785560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9060C4-4D92-60B2-2304-7DDD78271EB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41D0D26-FD78-F905-35D6-774884E4B1BF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29DD295-E17D-AAF9-B610-D7406E42D5B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F7C63CFA-D7A0-0996-B1C7-DC0A43DA1148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7C487218-C7DF-1B76-22C0-86853F79D3F1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6CC501D-A4E9-AF65-9777-6AAF4D7493E2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56AD397D-7F04-BD66-F663-5434ABBD8DCB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554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5C59-6386-714E-13EA-271DC10F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C646AA-DBAC-5D5F-5AD9-ADD6CC0C7A32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37DE8EB-B0A2-CBF6-EE38-004A9F49BF49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>
                <a:solidFill>
                  <a:schemeClr val="bg1"/>
                </a:solidFill>
                <a:cs typeface="Arial"/>
              </a:rPr>
              <a:t>STATISTIQUES HAUTS DE SEINE 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2794B18-EDC5-F07F-FBCE-BCD0F4492C9C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3EE04A7C-777D-70D1-A223-5A110978F8E7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6916A9E-C44F-32A6-E4FB-1A7A28D15792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4A3C2AAD-17C4-8153-9ABC-01A22B97807B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7474261C-1AAA-084C-7536-D147D6DD5C3D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2B2D154B-7D16-64B9-50A3-7C00551E2EA9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5AE1B9EF-1115-250C-B4A9-1345747225AF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1F004F4-EBC9-E9D7-8687-ABEBE8E5143F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B787DE2-3ECC-E90F-61B9-6897BFE772AF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34F10BB4-6503-B1E7-9B2B-02E251AC617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63C8FF-CC87-7D07-C3E7-D63DC273E6B2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F44551B-DAA8-57FE-D8DF-61F888CBCD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A1DF905-07DD-6213-E339-3812F706BED4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E39D506-B976-4517-4835-49F0E422ED2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FB2A5B6-239A-311A-B5BD-8E978B3717BC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8C7D278-2226-E2AA-7362-BBC16C10F985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AFD58D4-38A6-DAC6-2C11-4E2FEA25F063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9B33824-770F-EF59-5AD5-60B966F1F1A0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6EB31E4-477B-0EAD-7533-F5D7468AE00B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C0DDB49-989B-0A88-E04F-58482B7083A3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5332779-21B9-FBB4-A9CB-0100F6035748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1D87B8F-9117-F8E7-506F-D56E324EDAC9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623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38A1-F31E-457D-EBA9-9F6EC5BA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4C15374-82F5-2DD8-FDCC-947A378FF87E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SEINE ET MARNE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1E285B-29A7-5375-BA03-AF1B550FF931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CBD92A5-C78A-8782-7C37-2A04691195CC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430ABE1-912F-7AC9-CB30-56CB1EDB8F4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417BDB4-5764-FFFD-72B4-84EBB30DA79E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EBE7009-D299-B9F6-3671-4061BB35299C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4AEA21F-B522-C41B-9D3E-52005A17B39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AF4F468-8019-8733-C8F5-5C147B59802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4A8C6A7-0810-E5FC-B2A5-8EB2A0D3B853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7454985-25A4-EAD8-FF77-C8EE40FB721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DA5E7A8-46F8-4D4C-F7E1-1BB1BE6FB79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85134E7-2916-6D75-144E-9365DD71ECB6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376105E9-061A-50FC-BF63-368284EC8CB3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850AF4A-A6CF-235F-AB37-731D55EEAFD9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B961F769-AE78-4E0B-4CE0-8646928C1CC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70EA6B8-E2BC-D945-4E72-C9A946BF2003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0330D94-6843-57DD-57AB-1D897B83D5BF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0E9E568-CFC9-681F-79B7-8B8424D8DE8B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A35A41D-9727-9C2B-C25C-AB49708BCFA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636CB0D0-2A58-B210-9F7E-87AB4E09E877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9A339D7C-09EF-D55E-6ABB-60BA514FEA44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72D801-6A2E-1501-B465-BC8B69F4290A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450E86B-30BA-527B-5427-956F4C6B187A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3773367-0D66-1B9F-1E84-21A42EDB9605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05B0D53D-EEC6-9F3B-9E28-BF9D5E9B4684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8A5E8F9-C830-FDE8-E3CE-4A677F9FEFDB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28B04E64-B281-01F0-962D-45437AFBA8A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55372A8-9EAF-A742-C2DB-39ACA8BB06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7606B1B1-BCAC-94A2-41AF-C6BA1514D13B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6410C83-1774-1549-8878-07A531947EDB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DE63E19-267D-E732-97E6-83BD4EC30AB4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01EB5BB-975D-6B19-3BDC-5CD771A00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8C2D478-A9CE-8148-5DE2-36F0560607E2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245044-7AB0-D126-3A79-FD6118F137E9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FBDBD4-66D2-C992-5C30-A5EF8F620B01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D3E8D8A-D61B-27D9-1969-82FC78F7E1CA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FF0EB5F-6012-F323-5584-5FF055533266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AD62EAC3-C19F-88BB-162B-CAC5550728D2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956BC6D2-2D9A-F8F5-3CB4-0BD09E7D726B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A5518732-525B-57C5-AF3B-58F872836A5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D3004EA1-1376-9068-2DB5-E03D79B4BE66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EEFEAA2-397F-E805-DF68-2F0FF6A4119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08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3AD3-DD36-1F40-4F67-31EE83D2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BBD5A7-5E76-9FC6-34CA-29914A51B597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A9DAA14-5742-C3E8-8CEC-3E1C97F48932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SEINE ET MARNE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3FB50871-9D45-E980-F58B-3913D7A9ABA2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898E684-7EFC-FC5E-B632-B271089040A0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D3F35F37-D061-60EB-9A26-E265311D756B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29ACA0A-FF2F-F765-9CC8-E4D7835964A7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59903BB1-1100-B22D-912D-403C88924023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73D7D06A-BD8F-EC27-B3DC-6B24C2D4E9AE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76848853-AE0D-0FE6-FB37-8BEED4F1F616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ADEC1CC-61E9-FCF9-5846-5F1AEF5643ED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F1107FB-CE07-93CE-4756-2626B8804E30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B03EA30A-23B9-0C5A-0180-3B0439160E1A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E2EDA7-C95B-D720-3507-F099E819E011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B474D63-2ABE-18C6-D0BA-996F1ED665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57C4E88-491E-F75B-FED1-774495BA2732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3669683-9092-3529-074F-778351F1F5A3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FDA2968-9F88-FFE4-FB94-46E516F1ECF6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169F800-37B3-C540-83F6-8A07F1A1C8CD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E42A67D-2A88-8C67-BDE9-3543C4F300E1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A23D0F33-D4A5-BF3B-A34C-8342BA402B2F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52B1575-399A-7E7A-3966-7BA83E4CB14F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0F823E8-9C63-6DE6-46CE-016A2DD5CE89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95FF54C-F24B-92C3-86B3-9095BBBBC882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9898383-55F8-A1A9-8817-8FDF61AC3552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31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0345-4422-6CE6-FCEF-E95656F9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C4BF21F-C898-35CC-DE07-4BA9F8A711F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SEINE SAINT DENIS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F6DBE0-0A4B-F3FB-E5DD-F38D54C2968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F167716-24B6-92D5-52A9-D1F50338FDD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7585E13-737F-FE5D-DF62-B44391FAE05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A19B6E6-82CF-3F7E-7CC2-C0FD4F5E62FC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6B355D2-84F3-67CC-4509-534C06B72A83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69FC038-864C-D605-0174-31505791AC54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CD2B304-23F9-492B-0E7F-659173F886A6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2A6B977-7F21-8177-0A92-F643F95D7F59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3390A49-C915-C60C-DE69-BB90B12D3188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3DE5D79-5841-0CB0-E1F6-4BCD89945C2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CE114D7-F04E-B719-D878-DA4D84ECD130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6554A20-365B-6049-26BE-2C77916D24C6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4AAF531-4C9E-FCF4-E208-65C019457A5D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3F51444-2F92-9E2C-A985-3567062DB5A2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4450882-F44E-6914-3E8A-0C880123DB48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48AE23E-D61F-76A4-CADA-A91E07EF65AC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FFFB0CD-7BA6-FF95-4C97-0FE7B0015558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80B159E-59F5-425E-246F-D7AE64DA3B1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D4849A95-38DB-A3E3-2B09-7C7B947E4027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E92197E-265E-3305-72C8-C6A98F5DC71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C6F3E8E-84F8-B289-7F02-ED9582E8D020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FEF15F3-3C9D-D063-BDC9-5C0E116D1B63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C22FB37-123D-F346-36EE-41A7782617AD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09A17229-9491-8A6A-6CE6-79B6215BE125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F8C6542-CEA0-8848-8465-F795D19176FA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DED7781-E8EE-E836-60B7-B44AE463EBEC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C63C259-7363-059F-4A7C-3556976D62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38E7055A-42DD-298B-459F-AEA203AC6523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E7D713A-88EA-1E69-07BD-1799C1256149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9221C5B-EDE5-F7D6-A289-A17985B8718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CAA5E8-802C-9374-78DD-1E6707CA6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6C583CB-DADF-7260-3361-094D3C4E0E55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DC3961-3971-3441-E8C8-5439054C465A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A9AC70-521B-382B-A816-3573E028AB25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40B485A-69AA-29AC-2CD0-1D2545BB8EE7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2C4DACB-22AE-1ACE-B600-32B5ED4A0EB2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9A520E82-D139-A1E6-33BE-8447E5809435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5D92427F-3971-741F-B647-E9CBB10CB364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3C6E1DED-E3E7-BBE0-A950-5818E6151F4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A13EABC5-8D2E-7A78-B76F-29B095FDF61C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46F88564-98F7-CB3B-1636-98F588FEA5B2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18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49BE-806D-66EC-3BCD-C7035464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0297EE-1544-3A9E-37C6-902194665598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A49978-15CB-5EE6-58CD-F107C05B0DBC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SEINE SAINT DENIS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2300299-8024-8C8B-1419-488D5D96A9DD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1486F11-7170-D385-1E74-B94070AB3AD1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BF6790E-CDDA-8E83-C434-9583D209E853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3A006B1-2267-7FB4-B65F-E70B9FB964F9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3919ED3D-7CB7-0F13-2BCA-76348F03098E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7EBCB850-A038-5FC0-AC90-CD6CB82EA82F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1785D54-B876-BB5E-337E-B369CA1BF539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0BF3A54-7195-7DDA-2A17-409B93DF72D9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B0C31CF-3BF8-148E-79EF-31E7083A94C7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13931D92-3D18-F3BC-0433-9120A09796D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01C2C68-116B-99A6-5170-3AD904008F69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6CD537-20FD-3DBA-D6A9-19CBC02CD58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4384A18-9BB6-D808-8679-C96A1E53640E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80FBA90-CA0B-EFB5-349C-37E1E6C2A4A3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BE99677-EBD6-1E7B-E3ED-7210BF5F8514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A141257-A9F0-EFC9-3E76-9C366A31B2C1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FA632D4-A944-65B3-4BA0-DF86B02A05D0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C86698CD-5244-9980-1862-EC7DBACCC8C3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F02DF7F-F2DD-DCA5-3A45-B00D36D97C0F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861E44E-12F9-55D6-0395-5C1F15DBED48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F25C4A8-80D5-5C1C-93D2-3FBCEE440CBD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59F2979-D901-F566-2D83-7A79FF6F80B5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92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CEE7-9554-03FA-329F-EAF4F668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09104C2-75F7-63E8-9CE8-29A64C554ACB}"/>
              </a:ext>
            </a:extLst>
          </p:cNvPr>
          <p:cNvSpPr txBox="1"/>
          <p:nvPr/>
        </p:nvSpPr>
        <p:spPr>
          <a:xfrm>
            <a:off x="2099859" y="190549"/>
            <a:ext cx="8443571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VAL DE MARNE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4F3C899-A250-E181-6B4D-207C65A85D0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03FC62-40B3-9B03-0CBD-485BB4F677F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AAC0BC6-309B-B222-CCE2-B1B47F93E721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C57D34C-DDD9-BA29-26D0-48ABA7C7D8D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79C3563-38C2-67B9-BCF5-5569416D251A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79795DC-44D0-4967-F9F1-9CFE37BF6E3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45972AC-41F1-5A07-3439-D7DF215DBE21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CFB8536-0BE4-456F-CF9B-AC0BCD27B391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5E0ADEC-E4C1-DBCC-0F3D-2038EA4651D1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D191077-78EE-9F4D-B44A-7DF3C168333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331E4AA-FBD5-00B4-AD4B-C20C27F0291D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2DA7ADC-974E-743C-9DF8-3CE1E07A387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1349F19-3105-017E-26AD-6CB79DDD7127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71C76A5-8512-0C2A-2725-37C976FEE6E1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AAFA6EA-AF12-9602-1C53-97F3265DAEEB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273E2D2-1995-4C44-1ABF-4FC714C41E48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A8AB7FE-6FBD-57A5-6286-D231B5B4D06C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2677BAF-5AB5-C7A7-502E-616389CB7AE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0A0FA868-8E28-5B82-3ADE-63A507AF33EB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A19B9C1-76F8-EA91-FA3E-BFE51935C1A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E3108B5-4ECD-3068-7561-BFAA6A42CCB8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337EDF26-70F5-2663-0200-5BCF4CC970B6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5E51625-C1A5-0024-43A9-F4D11409604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B418B1EB-729A-1368-C74A-2DAA789B2B9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25E6E8BF-303B-D3CD-8E61-0C86D0255B15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C6FCE5D2-1201-40CE-E074-81B8A3CEAD1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BB16742-E42D-23AB-51EB-AC98E6017E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2891D8F-0CA1-BD7A-55A9-0AE3DD72121A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72B9DB-7E00-F95C-B10E-5906B1F298E1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9F12A61-5C0A-6BF7-6380-874A11448B3A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F44F3C9-C4FA-A978-D1F0-DD79A2CD1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FA7C3FE-AA22-996D-D7F9-80125498A5D9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FB1A38-3C85-7D4C-84BB-4D5AA75D5C02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BAFCC76-FA90-EBD2-C1B6-053E3723DEDF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5327230-93B9-2207-11B4-A609E02D2AC0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E926CF6-9147-A4C0-03DB-E7FD0A5D59F0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D0FBADB0-DD16-4E54-CDB9-1B7DD3CF12D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89D5C8B-2BDD-8CEA-A96E-A3736296DC9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B427CD15-BEA1-38FC-AE22-AF7C2EBDA306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9F217792-E683-7695-B344-F08CB24078F8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808ECFE0-7C3E-3930-D5FE-93B9F668EB69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454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B63C-51AC-A3EC-F456-1DE3A307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5EE6BA-CEC4-0764-BD4C-DF22982B4333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BFB6C8-488F-61BA-BEF4-DC5E0C33DE03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VAL DE MARNE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8352B26-7FE6-CBB1-ACFB-6FCAD4827791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0D9BA3B-B4A0-691D-358C-F65A88BCC5C1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EF79F48-AF61-B0ED-4AA2-B6F021E81A6B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F3688FC-0F66-FF60-EC52-E072446776D2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3611B115-D230-F54A-E554-974CA76DE1EA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8D18AC3D-E9AF-B834-6303-159CC37B0E71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0FB4CFFB-D090-3A9C-3C64-4225DB319663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F939C91-4107-85C2-66E7-0F5A207F77AD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030BBA0-948D-F5C3-D74D-CB6C301F313D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23CC9771-AAF6-79D9-2F8A-A64EF3D0DDB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07DD9F-37D4-02E2-D32A-E4FE8EC27DCD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AF6FCD2-4007-ED79-7999-1C9B11B4BF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EA6EB2C-3784-036C-584D-301243E08CCA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632DA33-6B12-4275-60D0-594D4BE4045B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328EB8B-5EA8-BF3E-E26A-CA8003C4BED4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D20C59E-C839-7E08-6A2D-09445026E7CA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6286DD2-C720-2178-F30E-196D178BFD6D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53900B18-31A2-FFCC-62A2-83E95B990DEC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506B18F-6A5E-5A6F-E4F4-715268BAA6FC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A2C2280-F532-286F-CB5E-F6CB9A0E0929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DC01C0E-149C-FC50-73E4-D16F4C79593D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37D6224-C553-A0F2-9B5C-759D10963E3B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035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326F-06A6-7392-D57B-8E70553B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56F2DE7-F555-0F08-6366-8C097F6D7B85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VAL DOISE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4CC708-F59A-BB35-DC1D-8732DCBF87CF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D0A75CA-7344-2AD5-BE48-902FEF13E4E6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76AEC8-C77F-24A7-3D49-3D0A9684492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9EA37BB-D53C-CE8A-42DE-205FDE8DA38F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ADFEE87-BE79-D45D-1E98-1D1F39A7498A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C9CD011-D4D2-4444-D12C-B55D5C23438D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E6C72C6-C8A1-E536-0D95-910851849E1A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98E73B09-C5ED-0012-9312-2DA505ABB417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23DACEF-DF3D-A38C-6BAF-868E61A013B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D4FEA6C-CD65-E493-C5F5-B6EF5E617A6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11D09BB-7248-5E92-0BC1-751B16A3FF38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D450FD8-B840-26F2-3A87-E7611B327C6A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ED090FA-C553-2BF8-0CAF-DE70D74E08A1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2BEE7DD-B0C4-967D-51EB-F4B3DF7DAD3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6D2B725-533D-AFDC-1B1A-4FDC80807F44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C95B311-D2A3-6768-4999-7CC1C9CA7822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44D9418-9A3D-A9D6-6B91-91269C89CFF3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4A6A8AD-7C1F-1B57-ED03-81BE295B3F9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33424612-82F3-7962-2F3E-CD74EB1805C2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CE48FD1A-EF03-33D3-C43D-DB5BEF66624A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581AC9E-9870-7A11-C3CB-2825AB54B244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620B8A5-727A-1785-E28B-02D752F64566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BDB376A-E7CF-06AD-3FA6-8080C0210AD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3ABD81D4-6501-4E84-9191-1E2653A697B5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6B90D6CF-C9BB-8019-AD9D-67CE07FC96C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0714B68-2C32-D656-868E-D81013B1D0B2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2C16976-DF7A-2FC4-8ECF-3F8CCCCE3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28BFD3B-4241-C1BB-41F9-D32CEFFB903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3018B5B-2D9B-C459-456A-E666E089CA45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CC48607-4072-C9ED-5E29-C6CC1B0CCDF2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3416F8A-70AA-60A2-78B8-EF0F1A0E7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B365E0D-6B51-331D-91B6-9B7E983E68AB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9146A9C-8AD6-2255-F27E-F18710FCFCD9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E35B2C6-B199-D6F8-A94B-ACFD712E39D1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4FC197A-421A-18BC-F662-34CD2D6E80F1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E33CBF9-6CA8-89EA-5984-778036EB1B36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DA60B16A-68AF-097E-D045-8846E60D687C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D1638EB0-23F5-273B-BE12-4C1F43B6CAEB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14512D3C-9D24-5ACB-E6C0-668C8C975FDE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E7B8CED7-CC93-FD54-77F1-0182B0967380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1E02B296-95A6-ACF7-647B-00ABDB6CDC3C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136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3BAD9-862D-9191-A5C1-56EEDC05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26444F-05F2-048C-0A6D-ED0774032F37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791832-0C19-2569-F4A7-B9E59FC385F4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VAL DOISE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3C5B80F-2988-44E1-7CCC-2B67A853568C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898E8644-CE04-EE60-7BB8-EEF6AE5C2AA0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2494097-22FB-36D6-61C8-14BA165C8633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53EC1A94-3C09-1453-44E5-00856D2DF3AE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0CC13EFA-6B38-C15E-4ED5-B04C153C465E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C42261C-1784-0B9A-8A7E-929135355FE7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BA76F6D5-9C6D-57F8-57BD-4E581D83A691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85176E1-647D-1FE2-954D-5994D5BDCCDF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03BC8DA-A6DC-19C9-7EBB-F392BC0951F1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80AE0623-CD12-833C-CF3F-1DDA75C2BCA3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24B993D-42A2-D6A0-DE97-E5E9C83680DD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5BE5BEC-6DDF-E53F-F32D-0AED699C9CD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3A1B7F7-5C85-0C77-BED8-6D4EFD660C07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D0C3741-BDCB-64B1-8158-C96E618254C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17BEED7-D896-DD29-06CF-B8D8ED33C228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17597E6-D5E6-DEED-36A3-1F1C2B53C02E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7244EA6-F4D8-9F5D-F62B-2E24BA15A200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C3F97404-9629-CFA7-2BE9-2CE3BB3F336F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3DDA2BF-7559-A550-1565-89FD2C61F13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D838D0E-87A7-905F-716F-60F0CBF9F1F8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5AD7A83-7D7E-294F-118C-14A912A13D6B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B25E5E2-32E4-109B-E287-CD807DAEF9A7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58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CDD7-B4FD-4C90-734E-525FE18B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7164DEF-B065-52ED-C12C-E7631B1600C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PARIS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EE737D-8234-6319-B169-9A204C9577ED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AD87110-B439-DE42-A4C4-C53606891222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7924D2D-98A4-069F-7790-2F26894D04A0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263F58E-E02A-450A-CC46-2A67AC56297D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BE6B120-78E7-FFD6-8AD8-8D0187415BC3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F3970B4-CCC4-D954-39BB-E735F7D4EE6A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58F211E-1D8B-C29F-EBFF-AD65859CCC4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56A50A4-B4C1-ABC2-B137-921211606F6B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70B8F20-F6B3-642C-4028-9E56574E9A72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BFBEFAB-C968-B52A-0B11-7F419AE43DA4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667BF26-49AA-0AC0-AA28-48C9A2FA8BC3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86EC274-307F-CCE1-E663-F1E0F730E89D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7016F2E-A42B-A5A6-930D-212A68E87C88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50534C0-BAED-81B8-6E0E-1B0128078218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30A9B08-E512-063D-280E-CCBEA5079875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5B560C6-F270-46F9-8993-9FDA6E34224D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022671A-824B-FE84-E840-06A718B7163F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0C089BD-1EE7-EE88-4364-30D4039CEFEA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A847A3FF-8A30-1D29-CF00-1435C2D9CBBC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97CE58CD-FE4C-8A21-8DEA-7ACA3DBEEA4A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729EF6D-0F75-25C9-1C4E-1DB620084D0D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ED1C5D1-352B-499E-D86A-0E12153F6D2F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A027E409-AE59-6279-4E03-DC1F157EF60F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AC217E76-D58B-6262-D7FE-78F48BCB0C3C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1297DAE-CB35-A23D-F996-8C4AF76182D1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C185E3B9-AB50-2C68-82D5-9AF54D9151AC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7F1048A-5957-560A-FDC3-DC86827AC7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6CB534A-A506-08D2-A69C-45175D0DC272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161107-BF65-1CD9-F721-D877D669D4D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7D9AFA6-68DC-0C86-1B2E-9874DFF21EC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493F61-1DBB-3898-8AFB-EB3FFE4F3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E852B9B-099D-409E-2BD1-D276AD87B3A8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B7C5C04-5130-4B3D-5308-8A62103FEFA1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F23E458-7D9E-FC3C-53ED-015BCCD06BB3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573095C-D0D0-769B-66E1-B06D21843290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57A8775-43D3-5312-51B1-730ECA410D8D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5F376961-DF72-5582-2A04-DDDCC746BD0C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8BE985B6-1273-1950-6931-5E5E7113681E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D4D6F2D7-EB08-766C-4D91-24F512C6F5B4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0989F79C-4C57-4BBC-31A6-44CBEF0B39C1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0B58E911-79AD-ECE9-CFE9-9F4E0AF736FD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587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EB59-9429-6DC5-2168-B7B96C8E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BE227F-8670-26AA-B929-24620CB408FA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9361405-0057-72D9-845B-606CDD6C9A3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PARIS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CE73C1F-7E74-15CC-4E62-C0B7ADB2010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64E553BA-E956-900D-EB95-F939805BEE72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72434C30-0BDC-D817-7AFF-7166E7595AD7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456A330-E37E-C145-4CEC-93EB626B01EA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64D2DDA6-4DF3-5595-BF2E-B0390C9FDE22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B4A48FD1-185A-7187-6C1C-930A6FC7F038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AD6596E5-742B-7BD9-5517-0ADD52482627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09AD927-7B98-2ECD-1CAC-1E7A81DBA458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DE1CB52-FC79-D278-9EE0-CD5FA1749EB2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304C8CF4-C0EC-0C9F-622D-31513494BC1E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9827C2B-C7F6-E3E0-8C92-8DCC80272986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C2FAF4-4D9E-98F7-EE71-65D4324483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F9CBFD2-5117-F02E-6DB8-E440A240BB59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ACC90EA-F8F1-FEA2-817E-4A9F3ADF6EE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F96E206-054E-50E6-EF6D-591EE4178EE4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DC0E6C2-9E9F-753B-0CF0-AFCE355EC344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46518DF-3654-DC71-5384-7AC1D1E98333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F7FFB0C5-7E87-B695-841E-0CCC3452E3ED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EF6C249-9C04-D450-5CB4-1BF28247DC91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091AC49-3E45-9ECF-6386-A49A29885B8A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6D65A76-F253-524E-25FF-48376D270FCE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A3726F0-C85C-9ADA-11E7-F938F33446A8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9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FF89-FCCF-717D-91B2-6CA68226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F299B7D-C92D-B13D-4ED5-84DC4F550DA2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YVELINES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7FBB21A-1FF3-5A23-C531-49173A8DD336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296BC77-B5CA-EC66-B8A5-4C1027656E4B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4435E62-A5A5-00AF-AA27-6D81C1183BB3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9C1E0DE-82DB-7ED2-EE44-A9527D75C82E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AF1C793-F426-A1F9-C386-908A3E7C05C2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D3FA1F5-8FD6-D71F-63F0-6E18141F7DEA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A96BECB-E409-D5AB-DA3D-095F827221F8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E60C04C-F7D6-235F-E3C3-0F75533E9220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3C74CC2-C7D8-5DDC-443A-17F2BD7E73D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6131E4DF-4E7C-D0A2-6735-7523E37C7F46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6831674-72BD-1C68-B31F-EC49329C0E43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A619724F-B705-7701-7E91-98B304E7351D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D9CCA9B-4B91-0BC9-2636-73704E4AFAFA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A493C029-10B1-C06E-7C85-C0D453E8A106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65339FC-9466-1C77-D56E-B20D3300A7B9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AD79445-8BE0-2F9B-CDBE-A35ED39CC7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D43457D-3872-7E46-DCE0-F319794CB2F5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0FCDFE2-C026-E588-45A2-94B9C0285D05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5914DFD4-53B0-0647-AA5E-4A47CC345401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CC5F5A2D-3AC7-18A4-73C4-BBAA36C2A36F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9FF6B46-4075-BDE9-CF95-E1FFEF570141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DA7F0FA2-2D1B-8109-B76C-51BD87CB20A1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776BE9B-03D1-34DE-D19B-16BBB576EAC5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D600A97E-7CB3-B0CC-9F61-8138CD0C73D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16B0718-9BB9-FB99-701D-907FBD5D9E97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1056A28-EC15-4222-B048-76FF25F5A68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E2E0C71-C5DC-B106-A925-206A4488D4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7B760DAC-55A6-BC53-A792-24D25777550A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92104B3-476B-079F-2F11-F01185462CE1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BD84C97-2C9F-167A-64C1-7F0BF0BB7154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33FFF6F-8644-59A0-0B68-5DB8CA2E7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B5130AD-5E78-8889-3883-B21B2A60AA3E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7A914C2-CBC8-7DD2-9F41-D3E8EA9A3125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115C6BD-6CB4-3601-2BD1-60C2805B0A4D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7E2A0B-FC67-3875-5760-942803457928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3918AD9-D9BB-1F71-3624-AF1309B2D3E8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AB44FD86-4BF2-B330-E813-3297461249E0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6709E52C-CA76-0660-3815-9F0396FA7563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83604D2F-B80B-F0CC-55BA-7BD5A803AC4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E7EEE56E-91F3-4AF2-1363-4771D9B7E4BA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5C123115-DE3C-1B6C-89B5-130E5552033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63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67AE-CE7B-ED55-32F1-C948CC60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5695A7-E3B1-A54B-998C-2C7D344E6322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FFA9712-EEFC-7DC4-48D7-61A053485D16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YVELINES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AD847B2-E613-98E6-2845-7DC15E32022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66747FE-BDFF-F862-D49D-7ECFBA42B4C0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0957AC2-9E5E-BB72-AEF5-AAF9FD7DD258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65C0979-7A22-7E65-F856-6C9CBE0B8FA5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06EA228D-4441-B0DD-C491-FD7B0811B8AA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C9BF71F9-AD30-FFDE-38DF-2C4CF2422C00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23F9EC5E-485F-CC5A-554F-99A474A566EA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05776E7-2CBB-CCD6-85CF-F3AD4AA78728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1468245-E085-AFB6-3148-5BDCE5BB346D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B322F61C-ADF3-5AF8-4360-650507AD6AC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DD7664-42F2-5CAE-531C-B7BD03978C7F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B004BA-BEE3-7ADF-D8C8-589C0D8415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A5C91BB-DF0C-1D84-C22A-B1DD16F4087E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E063924-A13D-ED3E-3CAF-9FF0ACBE002A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5F71F18-2B21-2419-01DE-B3C45320C581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E62BCE5-142E-0B74-DB2E-0F036F140C7A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EB7CE57-A359-17C8-F6FF-73859C4FFB7C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203C7DA9-2482-BFB4-499C-84C2F653A8C9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C72408F-4620-6334-B108-9D0971CDB13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9CC3CED-122E-AE8F-5A19-2546BF7E43A5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2635912-E40A-58B2-1807-69DA5F4CE6DE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C6D5AAD-2C21-66CC-5216-884199EDA8BD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1954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8a4b3f-b359-4000-8a43-4a678353684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A7A751287696408B892F98C1001C07" ma:contentTypeVersion="12" ma:contentTypeDescription="Crée un document." ma:contentTypeScope="" ma:versionID="03680d9e4e83be13d001bddfc6b23ba7">
  <xsd:schema xmlns:xsd="http://www.w3.org/2001/XMLSchema" xmlns:xs="http://www.w3.org/2001/XMLSchema" xmlns:p="http://schemas.microsoft.com/office/2006/metadata/properties" xmlns:ns2="648a4b3f-b359-4000-8a43-4a6783536843" targetNamespace="http://schemas.microsoft.com/office/2006/metadata/properties" ma:root="true" ma:fieldsID="8660330aa79db525cc43d86b2ce2e346" ns2:_="">
    <xsd:import namespace="648a4b3f-b359-4000-8a43-4a67835368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a4b3f-b359-4000-8a43-4a67835368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2197c539-b3be-4d99-bd36-f8e16b27b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F436F7-33F6-48EE-88FC-A7087A6E5FE7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648a4b3f-b359-4000-8a43-4a6783536843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25E1310A-C2D1-45A6-90DD-F1BB3B58AA15}">
  <ds:schemaRefs>
    <ds:schemaRef ds:uri="648a4b3f-b359-4000-8a43-4a67835368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9578BF-7DF9-49AB-9CE3-63905658C1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1777</Words>
  <Application>Microsoft Office PowerPoint</Application>
  <PresentationFormat>Grand écran</PresentationFormat>
  <Paragraphs>548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AISSA</dc:creator>
  <cp:lastModifiedBy>Yasmine AISSA</cp:lastModifiedBy>
  <cp:revision>1</cp:revision>
  <dcterms:created xsi:type="dcterms:W3CDTF">2012-07-30T22:21:58Z</dcterms:created>
  <dcterms:modified xsi:type="dcterms:W3CDTF">2025-11-05T13:04:40Z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0x010100DEA7A751287696408B892F98C1001C07</vt:lpwstr>
  </property>
  <property fmtid="{D5CDD505-2E9C-101B-9397-08002B2CF9AE}" pid="3" name="MediaServiceImageTags">
    <vt:lpwstr/>
  </property>
</Properties>
</file>